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234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932ED-E459-0AB8-AB4C-CF92BFFD6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B1C2D9-C96F-5BCE-65C0-6860C7E8F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B8281E-3AEC-EE5C-6FA6-716E0D67E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B70339-1832-F171-5FC2-28FE5AB4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A714BC-E739-59C8-8156-43B88D76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334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D7E04-AACD-A568-C33D-000550CA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2D2913-CA4D-4D16-32B2-22B0F39FD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AA2BDF-ACE5-EF3F-066F-2C6ADD44A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B6ECC-56CF-407B-10B3-DBA03AAC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C0F549-EDA7-65DD-BB8D-9E4E186D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2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261AD-E79E-CFB5-5142-82516A1E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23828-123A-119B-5237-56EFD1ABD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A1B2A9-19B3-6F28-CD59-44E48C94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7B656-1ABE-1B6C-8684-8BC6C42A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E34DD8-1AC5-B9B3-91B8-9F4A0A2B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08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E1BBD-D5D8-5235-5638-AEB94552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DC5DB7-9B61-0CB4-6A61-A956C8DBF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06E5B5-EC2C-8E64-CDB6-5625A10B1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D3F1C4-BFE3-87EC-3AFD-84576141E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8C6D67-D522-61B8-4E49-34D30D7E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3B469F-BDBC-F899-F0EC-EAD35F01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39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69EAA-40BE-4230-E334-1283CE9F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D0D4B6-EF8B-B572-81F8-0FBA5B030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1F9BE5-7911-6D99-6481-E6F7A14AC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EE3D98-9110-8579-3E60-C8A2BFF2E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E8FEC6-1953-9790-C835-66923B66F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43904B-98F5-4E04-BFA2-1B89CC0D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F75E3B-253D-7D91-E9FF-D20091999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B8E290-9C38-E924-CC15-00F24AE5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00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43A63-5E0A-0243-0267-A076FD55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96F32B-D360-0BCA-A192-3E54C998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E29ADC-EFFE-CCB4-7402-C08918227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9F5768-DB59-C1AC-6BBD-1297A11E3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36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DAE639-30AC-F175-46D3-75846703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274D8A-A3AF-9CDA-CE92-F7EE1E088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F0C940-E386-B890-9582-BCE4471AB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620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9D147-2EB3-03EE-5705-A4E7A441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460D97-60C7-4EF2-FCD3-D7379456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C2665F-C736-30B2-07D5-5DCDDF39E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4536CB-2063-7D65-BD76-B28BAC51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196CD4-DBD7-5624-01B0-BA306AD1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AADE91-EFAD-3A6E-47EB-A0332274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64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8C26E-52AC-3F5E-2103-448DF967A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E7208C-D29B-F765-230D-2EE7ADEABA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D3E8E9-5D9B-7565-F18B-3954EA585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37FD62-D602-5FEA-5272-26B717C5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3A7CAD-F585-1C44-718F-A5B36DAFB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3C5F5-3113-58A4-07DE-33220C30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243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076E0-B11C-4AD5-82E7-7DDE7D69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84657B-A3D4-55D9-B86A-B2D1D561E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3E8699-596F-2EF2-3038-F9A0DE8C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8989E4-C543-163A-34BB-D166482DA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701BFA-03F5-03FA-88CC-F4EB8F5B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0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631A2B-46F6-05AB-1085-33E967E14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6C87B4-C359-3E7E-375D-A2FDE5036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99096-9E2E-11BC-AE4E-D6A79671F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D3288F-1C25-0147-0096-1A570B0F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E21564-F574-B53C-F208-01E0DF923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5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533044-5B8A-81A4-BE64-11E22384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12710E-B774-A4BF-C9E0-3D46327A3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34A236-7286-B81B-30C8-92A7109173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AC984-7403-458A-8283-684A98BBED5D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B3845-3FF1-2735-FBEE-F6FF2A0C9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9A33C-1E19-D552-F679-075ABAF9C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6856F-FB33-4A83-B1BB-D0B9525D5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24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C7C435B-4657-967A-15FB-4BF415368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96" y="51406"/>
            <a:ext cx="6457156" cy="34654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D555DFC-B447-45AD-C771-0A04C081E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988" y="76199"/>
            <a:ext cx="5048101" cy="335280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C2DD481-652A-30DF-AA65-D6C8A640E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0013" y="3685953"/>
            <a:ext cx="8451987" cy="317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3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AFA8CDE-7B68-8582-8429-5CB45DAFF4F6}"/>
              </a:ext>
            </a:extLst>
          </p:cNvPr>
          <p:cNvGrpSpPr/>
          <p:nvPr/>
        </p:nvGrpSpPr>
        <p:grpSpPr>
          <a:xfrm>
            <a:off x="293996" y="-1978735"/>
            <a:ext cx="11898004" cy="9303620"/>
            <a:chOff x="638222" y="-2094482"/>
            <a:chExt cx="11898004" cy="930362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FE57A8E-53D2-6AD0-E9B5-BF0602050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8222" y="-2094482"/>
              <a:ext cx="6202416" cy="474727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B3D991F-B7E0-F418-3B93-63AFDAE24B1B}"/>
                </a:ext>
              </a:extLst>
            </p:cNvPr>
            <p:cNvSpPr/>
            <p:nvPr/>
          </p:nvSpPr>
          <p:spPr>
            <a:xfrm>
              <a:off x="638222" y="2292583"/>
              <a:ext cx="5727850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16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(a) Category Distribution across Daytime and Nighttime Scenarios </a:t>
              </a:r>
              <a:endParaRPr lang="zh-CN" alt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DD0B7F0-3023-5BA9-0061-AE85699E0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01270" y="-1794303"/>
              <a:ext cx="5434956" cy="4020623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5868E45-348D-81CD-3D69-324183E7EEF1}"/>
                </a:ext>
              </a:extLst>
            </p:cNvPr>
            <p:cNvSpPr/>
            <p:nvPr/>
          </p:nvSpPr>
          <p:spPr>
            <a:xfrm>
              <a:off x="7101270" y="2317925"/>
              <a:ext cx="5033749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16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(b) Distribution of Modalities and Platforms in DRGBT1K</a:t>
              </a:r>
              <a:endParaRPr lang="zh-CN" alt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F42F45A-1FC9-82D0-84B7-2120ECCD2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3784" y="2643327"/>
              <a:ext cx="11142608" cy="4261113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EEE95AE-ED67-3200-2BED-BAE0007944D3}"/>
                </a:ext>
              </a:extLst>
            </p:cNvPr>
            <p:cNvSpPr/>
            <p:nvPr/>
          </p:nvSpPr>
          <p:spPr>
            <a:xfrm>
              <a:off x="4279728" y="6870584"/>
              <a:ext cx="4637680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16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(c) Distribution of Challenge Attributes in DRGBT1K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40C7-1FA2-F9E2-DBB1-0F31B392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CA0C67F-F427-8F86-5258-0AB83F633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49276" y="-2920212"/>
            <a:ext cx="7373764" cy="564381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7800FD-0BFF-DEDF-DB52-2ABA4648D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1"/>
          <a:stretch>
            <a:fillRect/>
          </a:stretch>
        </p:blipFill>
        <p:spPr>
          <a:xfrm>
            <a:off x="770351" y="2722116"/>
            <a:ext cx="12505701" cy="433852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C048BBC-72D6-C880-5736-959EA6DDDE7C}"/>
              </a:ext>
            </a:extLst>
          </p:cNvPr>
          <p:cNvSpPr/>
          <p:nvPr/>
        </p:nvSpPr>
        <p:spPr>
          <a:xfrm>
            <a:off x="87187" y="2415828"/>
            <a:ext cx="572785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(a) Category Distribution across Daytime and Nighttime Scenarios </a:t>
            </a:r>
            <a:endParaRPr lang="zh-CN" altLang="en-US" sz="1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928C61-1EAF-D0C6-E2CA-BA73B018A04C}"/>
              </a:ext>
            </a:extLst>
          </p:cNvPr>
          <p:cNvSpPr/>
          <p:nvPr/>
        </p:nvSpPr>
        <p:spPr>
          <a:xfrm>
            <a:off x="8402616" y="2415828"/>
            <a:ext cx="573907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(b) Category Distribution across Daytime and Nighttime Scenarios </a:t>
            </a:r>
            <a:endParaRPr lang="zh-CN" altLang="en-US" sz="1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BC4E09-FC05-7654-3CB7-F5F607445ECD}"/>
              </a:ext>
            </a:extLst>
          </p:cNvPr>
          <p:cNvSpPr/>
          <p:nvPr/>
        </p:nvSpPr>
        <p:spPr>
          <a:xfrm>
            <a:off x="4159276" y="6858000"/>
            <a:ext cx="572785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(c) Category Distribution across Daytime and Nighttime Scenarios </a:t>
            </a:r>
            <a:endParaRPr lang="zh-CN" altLang="en-US" sz="1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AF0F3E-7D95-4140-CAE6-7DDD60D77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201" y="-2570742"/>
            <a:ext cx="7373764" cy="489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10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CB75278-B577-2278-808A-0F1530555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6835"/>
            <a:ext cx="12192000" cy="528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7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B6771115-20B7-BD2C-3313-76FADE095CA1}"/>
              </a:ext>
            </a:extLst>
          </p:cNvPr>
          <p:cNvGrpSpPr/>
          <p:nvPr/>
        </p:nvGrpSpPr>
        <p:grpSpPr>
          <a:xfrm>
            <a:off x="639822" y="-1046472"/>
            <a:ext cx="6342002" cy="8853841"/>
            <a:chOff x="639822" y="-1046472"/>
            <a:chExt cx="6342002" cy="88538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6515F85-A4EA-DFFC-3582-407480123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823" y="-1046472"/>
              <a:ext cx="6342001" cy="4378369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3D84A613-AB17-725C-41F4-C7147E75A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9822" y="3429000"/>
              <a:ext cx="6342002" cy="4378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0229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7515</TotalTime>
  <Words>59</Words>
  <Application>Microsoft Office PowerPoint</Application>
  <PresentationFormat>宽屏</PresentationFormat>
  <Paragraphs>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兆栋 丁</dc:creator>
  <cp:lastModifiedBy>兆栋 丁</cp:lastModifiedBy>
  <cp:revision>27</cp:revision>
  <dcterms:created xsi:type="dcterms:W3CDTF">2026-06-05T09:49:16Z</dcterms:created>
  <dcterms:modified xsi:type="dcterms:W3CDTF">2026-06-18T07:40:46Z</dcterms:modified>
</cp:coreProperties>
</file>