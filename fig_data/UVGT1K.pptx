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006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62F80-348D-CBDA-2F39-81E3CA1EC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7A511F-0C0C-3A06-26B5-946009F64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67CB1-8E40-7E9E-4B21-F697A7DF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B1903E-E0AB-B0A2-6AF8-CCBF4EEF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FC41E-7F1E-6B9C-FCFA-0B47FFF8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607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50814-96E4-347E-14F1-77CDD573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BDCC93-B680-1CE3-CBD8-2F828D410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1B7DC5-96B2-5BFE-BB28-8853CC5AD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23252-74B4-D240-581E-0F5BFE7B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264708-7B79-9AAD-607D-46C5FB63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8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5C4F9-CC1C-E348-D658-2A685684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A9F65A-58E6-4F68-0828-8A2743A0B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3AEFC8-15AF-A3FD-BAE4-341FABD0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81128-BC30-00A0-FA1D-098A1825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3289A3-8BDB-95D5-3BBD-6FEDFF77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705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73598-9ECF-70FD-96D3-CB02DA1A8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0AB4B-4F2E-95B1-47F2-76A076698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6D18D2-C2DF-C9E4-0E63-67EEC842B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2B2CE8-BCCC-1732-EFC3-EA966E2A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9183A5-C608-1FA8-0C36-F7D02225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333286-C0EB-5673-6CEA-B4AD16C8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972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313F8-CF80-D0EC-B656-734048B6C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E2D156-F6D1-8F87-4792-7DEBC7D9E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3C3C6F-C55A-79EF-7C45-82933AC15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BE7B31-04FB-74B5-8201-0C9CBFCD8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0422F1-F23F-D4EA-F048-3C50607DE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D88200-E84E-2B3A-8A95-5D887A8F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B797E9-B89B-79C9-0A37-1BD5E5310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761D8F-47AB-8A09-DFFA-8C9AF7D4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2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1F6C7-6A65-2D09-D06E-E3DA18AD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5D33BE-8613-EC51-1876-E0C0A91A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3D950F-DCEA-D377-3E1C-4A8037E0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FDBC84-A795-D195-CED8-646B3640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50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039CE7-BD3B-651C-D34D-5075F162E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14FB30-9AD7-9235-5384-CC801A20A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2FC28F-724E-FD74-39CB-387568B5B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37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28FF9-47BB-801C-91F7-5052F575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15398F-D1F5-8B83-9E6D-22B1A0CB1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A4480B-0883-4309-B103-83E4902D1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D5D905-D895-DEFB-9097-640C4E1EF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D0388F-3C40-BACD-921A-00660E1B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FA7575-F126-D069-7D00-704B241A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97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62911-ABB9-B7F1-F40E-88AA02531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ED6870-E9E3-EA23-48C4-A7801AAD3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35862E-5816-3AF0-FF95-E65E9F8E4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8D8DD7-A1CB-3695-A69C-1EEA033B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BF2A17-3351-50B3-C3DC-A6701114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C25C0B-3029-7E9E-AE3B-6E3D7D3E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258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D99BC-CFD2-21D0-6EB7-D6567A1F2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7F6EC6-E5E1-1857-7BB6-FA04B4A51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1752D7-4698-1263-0E10-8F6AAD30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3BEB6-AE01-9251-FABE-97B567C7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A5762-B7D4-C661-7737-04DFB0FD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55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B5867F-A3CF-C904-BB0E-2426D397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4CA56A-20DA-5A67-4A14-D342CBA6E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6DC1D-5EFE-CEB9-106C-CE19275D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1FFED2-96BF-4FDA-C206-A98E9475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519C23-A4C2-DDA9-0E75-FF58ADFF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252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B9BFCF-3127-A286-5AFA-694D2407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EEAC41-63E0-0994-57CA-808AE649E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0B677-2020-C466-5B7D-75524DFDC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BEF1-38DB-4875-842A-764746E64BA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52F635-8FAD-FFB1-CEA1-DE18945BB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60CEE3-D0D4-8B2F-85E6-78E4147E9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F8797-D229-4772-AF82-E0B52A300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53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sv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961ECF3F-2C61-5F47-984E-3FB27A029FF4}"/>
              </a:ext>
            </a:extLst>
          </p:cNvPr>
          <p:cNvGrpSpPr/>
          <p:nvPr/>
        </p:nvGrpSpPr>
        <p:grpSpPr>
          <a:xfrm>
            <a:off x="-895477" y="765303"/>
            <a:ext cx="12823908" cy="5484134"/>
            <a:chOff x="-895477" y="765303"/>
            <a:chExt cx="12823908" cy="548413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B023022-D10E-E57A-EAF8-458492EE6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727" y="818645"/>
              <a:ext cx="3553268" cy="2688726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D19DA57-D5A5-1EC1-8E30-53618DBEE5D3}"/>
                </a:ext>
              </a:extLst>
            </p:cNvPr>
            <p:cNvSpPr/>
            <p:nvPr/>
          </p:nvSpPr>
          <p:spPr>
            <a:xfrm>
              <a:off x="768867" y="765304"/>
              <a:ext cx="1005404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32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#001</a:t>
              </a:r>
              <a:endParaRPr lang="zh-CN" altLang="en-US" sz="32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C425EE6-785F-258A-E3B0-BA0408C7E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062" y="3587970"/>
              <a:ext cx="3553268" cy="2661467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5A2DDEF-677D-2B10-F900-145766FEAFDF}"/>
                </a:ext>
              </a:extLst>
            </p:cNvPr>
            <p:cNvSpPr/>
            <p:nvPr/>
          </p:nvSpPr>
          <p:spPr>
            <a:xfrm>
              <a:off x="757062" y="3520643"/>
              <a:ext cx="1005404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32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#001</a:t>
              </a:r>
              <a:endParaRPr lang="zh-CN" altLang="en-US" sz="32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133A146-7568-C484-A5D6-96AEA9798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5780" y="3587970"/>
              <a:ext cx="3553268" cy="2661467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E9A24FD-48B7-551D-F8D4-1C22DDAD625E}"/>
                </a:ext>
              </a:extLst>
            </p:cNvPr>
            <p:cNvSpPr/>
            <p:nvPr/>
          </p:nvSpPr>
          <p:spPr>
            <a:xfrm>
              <a:off x="4555780" y="3521747"/>
              <a:ext cx="1005404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32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#100</a:t>
              </a:r>
              <a:endParaRPr lang="zh-CN" altLang="en-US" sz="32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E61368A-3BAF-73D2-DF8C-FA2C8E979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6446" y="818645"/>
              <a:ext cx="3553268" cy="2688726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771BB6F-F91A-3F77-599C-842589553227}"/>
                </a:ext>
              </a:extLst>
            </p:cNvPr>
            <p:cNvSpPr/>
            <p:nvPr/>
          </p:nvSpPr>
          <p:spPr>
            <a:xfrm>
              <a:off x="4555780" y="765304"/>
              <a:ext cx="1005404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32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#100</a:t>
              </a:r>
              <a:endParaRPr lang="zh-CN" altLang="en-US" sz="32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BC92AD0A-8F83-F4B7-546E-6B741A65C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5163" y="818645"/>
              <a:ext cx="3553268" cy="2688726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682BF28-6EBF-9F6A-9003-D434B81F6B2B}"/>
                </a:ext>
              </a:extLst>
            </p:cNvPr>
            <p:cNvSpPr/>
            <p:nvPr/>
          </p:nvSpPr>
          <p:spPr>
            <a:xfrm>
              <a:off x="8342506" y="765303"/>
              <a:ext cx="1005404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32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#447</a:t>
              </a:r>
              <a:endParaRPr lang="zh-CN" altLang="en-US" sz="32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EAFFCC1-C8D0-B609-6A45-60178B0CC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5163" y="3587970"/>
              <a:ext cx="3553268" cy="2661467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0291D95-B98B-D8D8-F7AC-1F1F4323B603}"/>
                </a:ext>
              </a:extLst>
            </p:cNvPr>
            <p:cNvSpPr/>
            <p:nvPr/>
          </p:nvSpPr>
          <p:spPr>
            <a:xfrm>
              <a:off x="8354498" y="3524081"/>
              <a:ext cx="1005404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32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#447</a:t>
              </a:r>
              <a:endParaRPr lang="zh-CN" altLang="en-US" sz="32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05C3DCE-3A84-A587-27BA-847EC9622F17}"/>
                </a:ext>
              </a:extLst>
            </p:cNvPr>
            <p:cNvSpPr/>
            <p:nvPr/>
          </p:nvSpPr>
          <p:spPr>
            <a:xfrm>
              <a:off x="2701269" y="4390239"/>
              <a:ext cx="304802" cy="69466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1F5FA00-82E1-3BFC-E2D3-D21DB7C6F439}"/>
                </a:ext>
              </a:extLst>
            </p:cNvPr>
            <p:cNvSpPr/>
            <p:nvPr/>
          </p:nvSpPr>
          <p:spPr>
            <a:xfrm>
              <a:off x="6197734" y="4390240"/>
              <a:ext cx="288727" cy="75845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D91F7FA-4CDF-111C-F179-5CB59790C8D7}"/>
                </a:ext>
              </a:extLst>
            </p:cNvPr>
            <p:cNvSpPr/>
            <p:nvPr/>
          </p:nvSpPr>
          <p:spPr>
            <a:xfrm>
              <a:off x="10234562" y="4769468"/>
              <a:ext cx="150503" cy="23037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00EF653-CEB1-FAF6-F4DD-0AB225CBCC11}"/>
                </a:ext>
              </a:extLst>
            </p:cNvPr>
            <p:cNvSpPr/>
            <p:nvPr/>
          </p:nvSpPr>
          <p:spPr>
            <a:xfrm>
              <a:off x="2905648" y="1747034"/>
              <a:ext cx="75677" cy="11605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C8EE14A-AF27-3D32-CE76-8C673A05CAE0}"/>
                </a:ext>
              </a:extLst>
            </p:cNvPr>
            <p:cNvSpPr/>
            <p:nvPr/>
          </p:nvSpPr>
          <p:spPr>
            <a:xfrm>
              <a:off x="6625479" y="1667172"/>
              <a:ext cx="72502" cy="12733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184F2E7-BAF7-039B-E23E-D076739024AF}"/>
                </a:ext>
              </a:extLst>
            </p:cNvPr>
            <p:cNvSpPr/>
            <p:nvPr/>
          </p:nvSpPr>
          <p:spPr>
            <a:xfrm>
              <a:off x="10201831" y="1436148"/>
              <a:ext cx="53396" cy="10880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92811737-9A2E-BA10-5251-2289055D1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95477" y="1246253"/>
              <a:ext cx="1673201" cy="1673201"/>
            </a:xfrm>
            <a:prstGeom prst="rect">
              <a:avLst/>
            </a:prstGeom>
          </p:spPr>
        </p:pic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7C26F5D4-7A78-BB7F-2C56-2B12F6900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14258" y="4213282"/>
              <a:ext cx="1454992" cy="1454992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E9CB1A4-9C32-F10F-67AE-AEF5779876F4}"/>
                </a:ext>
              </a:extLst>
            </p:cNvPr>
            <p:cNvSpPr/>
            <p:nvPr/>
          </p:nvSpPr>
          <p:spPr>
            <a:xfrm>
              <a:off x="-545564" y="965359"/>
              <a:ext cx="1021433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3200" b="0" cap="none" spc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3200" b="0" cap="none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726B579-019A-2F2A-1492-FA99C23133C8}"/>
                </a:ext>
              </a:extLst>
            </p:cNvPr>
            <p:cNvSpPr/>
            <p:nvPr/>
          </p:nvSpPr>
          <p:spPr>
            <a:xfrm>
              <a:off x="-739772" y="3587970"/>
              <a:ext cx="1438215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3200" b="0" cap="none" spc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Ground</a:t>
              </a:r>
              <a:endParaRPr lang="zh-CN" altLang="en-US" sz="2800" b="0" cap="none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1742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兆栋 丁</dc:creator>
  <cp:lastModifiedBy>兆栋 丁</cp:lastModifiedBy>
  <cp:revision>6</cp:revision>
  <dcterms:created xsi:type="dcterms:W3CDTF">2026-06-18T07:43:15Z</dcterms:created>
  <dcterms:modified xsi:type="dcterms:W3CDTF">2026-06-18T08:45:49Z</dcterms:modified>
</cp:coreProperties>
</file>