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446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18CC00-D99C-58DD-E491-08F764CB6E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5051833-A32A-2B46-CF35-0B6ABE3CA5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74B13D-AC7C-76BB-7C39-06371C96F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3B948-692F-4D23-9E7C-6D895FBD30C7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64576C-8F3A-DC8A-A68C-E2C66987D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72151E-A314-5194-081A-23B27BD8B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52AD4-4345-4CDE-A891-A8B5C2E1DC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8328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DE630B-5ADD-5866-F626-CA2D7ECD8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499FAC-6DDE-8E10-D913-871924774B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28E18F-81CE-B81F-D25B-160177697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3B948-692F-4D23-9E7C-6D895FBD30C7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779C90-0D0E-5F3E-F48E-773B35BEB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3823A6-B99F-E636-5EC8-EDE51CAE3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52AD4-4345-4CDE-A891-A8B5C2E1DC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0266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3140A4-BF0F-7620-8F5D-885CDD527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D4C85F7-790D-CAAB-5D54-9C1035746C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2AF93E-BE63-6E9E-AFEF-B63A04DA9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3B948-692F-4D23-9E7C-6D895FBD30C7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4F7664-BF24-9434-2E97-D21A90EFA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7B359D-B8A7-B9E0-1206-991000446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52AD4-4345-4CDE-A891-A8B5C2E1DC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1181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2F7699-2EFD-336F-697A-71FD042BB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9089BB-1147-5AB4-F7C5-5DB56113E9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1CF7D89-3E9C-06EE-91F4-D19CF300CE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FAB4870-F969-D1F9-DB79-64FE377F5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3B948-692F-4D23-9E7C-6D895FBD30C7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ED13C58-4929-CB5B-3AC7-6BC170E7B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6F138E4-0169-9F21-960F-49186149F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52AD4-4345-4CDE-A891-A8B5C2E1DC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8592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C5C739-55CC-6C98-EB93-D3864546F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C02D6AF-6C3B-0813-614E-655F030E9C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3D7A8F-1242-DD8D-97F6-17D21219C8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90C1E49-1B4D-1A0D-2D1B-7EB8F77011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F83DAFC-C4D4-E39B-173C-4AF3CC0113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2348021-1876-6960-DE00-4ADACA48C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3B948-692F-4D23-9E7C-6D895FBD30C7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26D6F58-10E2-5C59-8BAA-6264912CC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7F45656-5B1D-341B-F2D9-8595B3859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52AD4-4345-4CDE-A891-A8B5C2E1DC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3131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9AE572-76FA-62E5-A62E-054AA37D0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FCB2B7C-3A5A-A6DE-50FD-0C5133CAB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3B948-692F-4D23-9E7C-6D895FBD30C7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D892695-227F-9F19-7BDF-141D209C6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AAD7AC7-E863-3C90-66ED-6ACF37781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52AD4-4345-4CDE-A891-A8B5C2E1DC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7328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ACBA6D3-D04A-BBD0-E3DA-2C340F5F7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3B948-692F-4D23-9E7C-6D895FBD30C7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C7C4C66-1D2C-C965-80A1-DFA6F02E8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707B41C-D173-7FFB-860C-66692E6C5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52AD4-4345-4CDE-A891-A8B5C2E1DC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6361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A99ED5-8B32-6812-7611-020374B48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1EE5C1-E844-23BF-2998-5C175335A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1845DE2-5958-1D25-0348-F1BAF7012B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280927C-4F41-3734-5493-86130E81F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3B948-692F-4D23-9E7C-6D895FBD30C7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D8C4CB0-797C-04F6-3091-289AAFC99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F0BD6B3-2E2A-C676-23F3-1AB082417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52AD4-4345-4CDE-A891-A8B5C2E1DC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5476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7C2579-7CFA-C51A-2106-26F99FC3C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B512925-2BD4-CA92-C93B-A1207322E7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9967669-26F4-C3D7-4E6C-6B7B50A429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F0C2E0C-8243-1E2A-EFE5-35320A912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3B948-692F-4D23-9E7C-6D895FBD30C7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7095968-4CAC-DAC8-2017-C60F85429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07A34D-4144-BD80-1559-B9E6DB623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52AD4-4345-4CDE-A891-A8B5C2E1DC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5664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B38947-228B-93F1-25F2-8B48FEEB6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016247C-46A1-E090-4767-3A3B727EE3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C58A66-7C04-DFA5-5128-CF0343E50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3B948-692F-4D23-9E7C-6D895FBD30C7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C78D62-7BBD-8CA5-77AA-D05DF5CEC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962E81-5A8F-3821-7459-9AFCFCB5C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52AD4-4345-4CDE-A891-A8B5C2E1DC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0217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09C8AE8-4BCC-7A40-1B3E-7AF38A3407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4531C8A-7108-623A-B45B-D856F07428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58F5A4-2F17-B03B-7AB1-325620E7C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3B948-692F-4D23-9E7C-6D895FBD30C7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B07ADA-4DDE-1165-2610-18A002DC9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07CA77-420A-EE8D-9B61-82BC5816B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52AD4-4345-4CDE-A891-A8B5C2E1DC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2230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C0CB3EB-E390-6814-774E-168D20595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8F8CE5D-ED15-CD48-AEA5-56F6758E64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CB88DE-565D-32A9-D073-82C1A52A67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F3B948-692F-4D23-9E7C-6D895FBD30C7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D905DB-EB3D-FFA4-0EA1-945B982B6A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A1D405-DA26-8FF9-681E-5E27E73458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452AD4-4345-4CDE-A891-A8B5C2E1DC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6566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>
            <a:extLst>
              <a:ext uri="{FF2B5EF4-FFF2-40B4-BE49-F238E27FC236}">
                <a16:creationId xmlns:a16="http://schemas.microsoft.com/office/drawing/2014/main" id="{64821BF5-ED77-ED0A-FADE-BA4C08C5A3D3}"/>
              </a:ext>
            </a:extLst>
          </p:cNvPr>
          <p:cNvGrpSpPr/>
          <p:nvPr/>
        </p:nvGrpSpPr>
        <p:grpSpPr>
          <a:xfrm>
            <a:off x="1337229" y="330925"/>
            <a:ext cx="7272463" cy="3559740"/>
            <a:chOff x="1337229" y="330925"/>
            <a:chExt cx="7272463" cy="3559740"/>
          </a:xfrm>
        </p:grpSpPr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6B340826-BA84-9299-4E3E-D1266F0452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37229" y="388619"/>
              <a:ext cx="3935548" cy="2951661"/>
            </a:xfrm>
            <a:prstGeom prst="rect">
              <a:avLst/>
            </a:prstGeom>
          </p:spPr>
        </p:pic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F8D50EF0-9B77-9F6F-999B-32278A4AA8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49240" y="330925"/>
              <a:ext cx="2943497" cy="2943497"/>
            </a:xfrm>
            <a:prstGeom prst="rect">
              <a:avLst/>
            </a:prstGeom>
          </p:spPr>
        </p:pic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FCDF226F-40B4-D507-2350-CD3A0E35F46B}"/>
                </a:ext>
              </a:extLst>
            </p:cNvPr>
            <p:cNvSpPr/>
            <p:nvPr/>
          </p:nvSpPr>
          <p:spPr>
            <a:xfrm>
              <a:off x="6003634" y="2967335"/>
              <a:ext cx="184730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endParaRPr lang="zh-CN" altLang="en-US" sz="54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82A1E108-C687-60FA-9E0F-374AF22AE245}"/>
                </a:ext>
              </a:extLst>
            </p:cNvPr>
            <p:cNvSpPr txBox="1"/>
            <p:nvPr/>
          </p:nvSpPr>
          <p:spPr>
            <a:xfrm>
              <a:off x="5032284" y="3401298"/>
              <a:ext cx="357740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b="0" cap="none" spc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(b) Hikvision RGBT Camera</a:t>
              </a:r>
              <a:endParaRPr lang="zh-CN" altLang="en-US" sz="16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740A1C09-D01A-F0C3-13AC-38E75AC279B5}"/>
                </a:ext>
              </a:extLst>
            </p:cNvPr>
            <p:cNvSpPr txBox="1"/>
            <p:nvPr/>
          </p:nvSpPr>
          <p:spPr>
            <a:xfrm>
              <a:off x="1454876" y="3406138"/>
              <a:ext cx="357740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b="0" cap="none" spc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(a) DJI Mavic 3T</a:t>
              </a:r>
              <a:endParaRPr lang="zh-CN" altLang="en-US" sz="16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9830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614</TotalTime>
  <Words>12</Words>
  <Application>Microsoft Office PowerPoint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兆栋 丁</dc:creator>
  <cp:lastModifiedBy>兆栋 丁</cp:lastModifiedBy>
  <cp:revision>3</cp:revision>
  <dcterms:created xsi:type="dcterms:W3CDTF">2026-06-03T01:14:26Z</dcterms:created>
  <dcterms:modified xsi:type="dcterms:W3CDTF">2026-06-03T11:34:31Z</dcterms:modified>
</cp:coreProperties>
</file>