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50FF"/>
    <a:srgbClr val="00A5FF"/>
    <a:srgbClr val="FF50FF"/>
    <a:srgbClr val="50DC50"/>
    <a:srgbClr val="FF505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3010" y="15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62CC29-33D2-EDF6-8275-3F3197A03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A1B9989-7A8C-AE9D-F781-E2F000B6B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1E4160-72FA-380E-3FFC-3E266A598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4AC71-F15B-4F90-A1FB-94AB52497308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9B64D-0BA0-9BA8-7405-F1996B735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775E2A-6131-960F-4293-1B233C26C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B1F-17BB-4326-B765-7F40CF59F1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0595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399B2-C848-FA98-D112-D0D6601E3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D5837E-CAD3-A41E-3D14-9CFD009EB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E36584-3816-9A36-B627-27072833A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4AC71-F15B-4F90-A1FB-94AB52497308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3D89FD-457C-7EEC-986A-95C675D68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385838-860C-F90A-6E77-4A38B2FAA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B1F-17BB-4326-B765-7F40CF59F1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1073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235A60-C358-E1B7-1C03-A7B74A37B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49F160-42F2-6734-6C9A-2C8667E77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0E4965-C509-B3B5-1DF6-886980808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4AC71-F15B-4F90-A1FB-94AB52497308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421309-3DD8-9F9C-036B-FD43B08E6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349503-DD40-DA1F-FB7C-D4DD849A9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B1F-17BB-4326-B765-7F40CF59F1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1677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DE6DB1-22A9-7813-1A87-B3171E0B6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BAABC6-85B9-97BF-1E6D-39880701BC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FBCF598-F1EB-ED10-FF91-2DBBA2517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236AD6-6283-2270-4CF4-DDD107CCB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4AC71-F15B-4F90-A1FB-94AB52497308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C732CF-EEC5-4D6F-8028-0E512226F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A9D49D-861E-F327-FE70-6D7E158E5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B1F-17BB-4326-B765-7F40CF59F1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614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6E3197-95CD-42C9-00DC-B73F02EE8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CEFB4-3738-A125-F378-02742270F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EDCFEEB-C967-7D85-DFEA-55ED5FA7F7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70DFF0C-65C9-1039-D97D-D584C555A6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DBD7D18-3922-5499-A32A-864FC5EB95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B691E6A-0C6B-9157-1682-2BA233F3C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4AC71-F15B-4F90-A1FB-94AB52497308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44064D0-EF3B-E85C-D317-BFA36F1F4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AE2D2A7-A229-EAA6-E1AD-463CDE9DA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B1F-17BB-4326-B765-7F40CF59F1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075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A25AED-33DE-01D6-6B7E-2C56BC983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7C29D14-954C-7706-C160-DFDDBC100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4AC71-F15B-4F90-A1FB-94AB52497308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68884E5-F6BC-6AE4-AB63-C81BEF82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FFBFBA1-8838-32B7-2831-ADCC87219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B1F-17BB-4326-B765-7F40CF59F1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1586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F42933C-BA24-E29B-F70D-051E6AB21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4AC71-F15B-4F90-A1FB-94AB52497308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7E998AD-CB83-D0E0-86E2-6D6B2D2CB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8DFA05-00D5-76AB-B667-A49D62DDF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B1F-17BB-4326-B765-7F40CF59F1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5112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DB9396-6369-7395-A127-DA1C5B649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E43387-910F-CA9B-7A2E-F001CEF99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CCBBE01-C5AE-7015-034F-BABFE91A0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600E25-3009-65FF-9610-31FD0742D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4AC71-F15B-4F90-A1FB-94AB52497308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0CF881-5B61-E2EA-567C-6AD14D5B9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99FFAE-21F4-D7DA-41B8-1064D9CC7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B1F-17BB-4326-B765-7F40CF59F1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4277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CFD171-CBFD-80F1-3ADD-4489B3FEA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9769386-8F57-1131-BC3B-044E6AEE3A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A9A729-50BF-9779-B7A3-A6D645B237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FDBCE5-66F4-FF10-0800-2AB04736C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4AC71-F15B-4F90-A1FB-94AB52497308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DB4F3C-9032-74DF-C2D2-602BE8011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765E51-8792-05DF-EB58-350804F0B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B1F-17BB-4326-B765-7F40CF59F1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1254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D4D4A4-0134-AD98-36DF-17E08A7D9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3662CA-1CEF-C7D5-F89F-BDB07D280C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8B8D8C-3E06-EA4D-03FF-9FCF484F0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4AC71-F15B-4F90-A1FB-94AB52497308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32A548-05CC-7042-5F8C-19D5D8121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F5CDB9-04D3-2EAC-21F4-B4471D2EC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B1F-17BB-4326-B765-7F40CF59F1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3569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EA28325-51E8-8251-BE66-2AF3642863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DCDE70A-588D-2B6F-4A00-CBFC47C1DC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563C04-6AF8-07D7-3CC2-32339A2FB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4AC71-F15B-4F90-A1FB-94AB52497308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542000-89FA-396D-9A9E-99E11832E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2C3185-2172-ED2D-BB48-22E97806F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F4B1F-17BB-4326-B765-7F40CF59F1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131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0F8EC61-61EE-9962-413F-62D489B27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66140A-B3A1-5511-1FC7-5BF1BE3EE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E83409-6D66-848F-906E-26D6012002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64AC71-F15B-4F90-A1FB-94AB52497308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A280A3-4710-2258-C7F8-4DB5413B4E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08B515-C79F-6A0E-C092-AB9B03B71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4F4B1F-17BB-4326-B765-7F40CF59F1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69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jpg"/><Relationship Id="rId18" Type="http://schemas.openxmlformats.org/officeDocument/2006/relationships/image" Target="../media/image17.jpg"/><Relationship Id="rId3" Type="http://schemas.openxmlformats.org/officeDocument/2006/relationships/image" Target="../media/image2.jpg"/><Relationship Id="rId21" Type="http://schemas.openxmlformats.org/officeDocument/2006/relationships/image" Target="../media/image20.jpg"/><Relationship Id="rId7" Type="http://schemas.openxmlformats.org/officeDocument/2006/relationships/image" Target="../media/image6.jpg"/><Relationship Id="rId12" Type="http://schemas.openxmlformats.org/officeDocument/2006/relationships/image" Target="../media/image11.jpg"/><Relationship Id="rId17" Type="http://schemas.openxmlformats.org/officeDocument/2006/relationships/image" Target="../media/image16.jpg"/><Relationship Id="rId2" Type="http://schemas.openxmlformats.org/officeDocument/2006/relationships/image" Target="../media/image1.jpg"/><Relationship Id="rId16" Type="http://schemas.openxmlformats.org/officeDocument/2006/relationships/image" Target="../media/image15.jpg"/><Relationship Id="rId20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5" Type="http://schemas.openxmlformats.org/officeDocument/2006/relationships/image" Target="../media/image4.jpg"/><Relationship Id="rId15" Type="http://schemas.openxmlformats.org/officeDocument/2006/relationships/image" Target="../media/image14.jpg"/><Relationship Id="rId23" Type="http://schemas.openxmlformats.org/officeDocument/2006/relationships/image" Target="../media/image22.jpg"/><Relationship Id="rId10" Type="http://schemas.openxmlformats.org/officeDocument/2006/relationships/image" Target="../media/image9.jpg"/><Relationship Id="rId19" Type="http://schemas.openxmlformats.org/officeDocument/2006/relationships/image" Target="../media/image18.jpg"/><Relationship Id="rId4" Type="http://schemas.openxmlformats.org/officeDocument/2006/relationships/image" Target="../media/image3.jpg"/><Relationship Id="rId9" Type="http://schemas.openxmlformats.org/officeDocument/2006/relationships/image" Target="../media/image8.jpg"/><Relationship Id="rId14" Type="http://schemas.openxmlformats.org/officeDocument/2006/relationships/image" Target="../media/image13.jpg"/><Relationship Id="rId22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EDFFAC8-28D7-3586-5319-1233B0A9981F}"/>
              </a:ext>
            </a:extLst>
          </p:cNvPr>
          <p:cNvGrpSpPr/>
          <p:nvPr/>
        </p:nvGrpSpPr>
        <p:grpSpPr>
          <a:xfrm>
            <a:off x="-271618" y="-1421146"/>
            <a:ext cx="16130985" cy="9356270"/>
            <a:chOff x="-271618" y="-1421146"/>
            <a:chExt cx="16130985" cy="935627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81B3BD48-E1A7-4EA2-CE74-E14D0318D5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94236" y="-989521"/>
              <a:ext cx="2618932" cy="1979042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2837889-B045-C18C-F079-0D5FAE9FAB1E}"/>
                </a:ext>
              </a:extLst>
            </p:cNvPr>
            <p:cNvSpPr/>
            <p:nvPr/>
          </p:nvSpPr>
          <p:spPr>
            <a:xfrm>
              <a:off x="-194236" y="-1053352"/>
              <a:ext cx="1082348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#0161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334E2E92-F858-EE23-500D-B3AE3D7C8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78081" y="-989521"/>
              <a:ext cx="2618932" cy="1979042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5179B04-2C5E-F677-6FE3-496B51D70F55}"/>
                </a:ext>
              </a:extLst>
            </p:cNvPr>
            <p:cNvSpPr/>
            <p:nvPr/>
          </p:nvSpPr>
          <p:spPr>
            <a:xfrm>
              <a:off x="2424696" y="-1057365"/>
              <a:ext cx="1082349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#0401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8BD8FBEE-A398-D8FD-5A77-416B985F21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42421" y="-65517"/>
              <a:ext cx="2618932" cy="1970206"/>
            </a:xfrm>
            <a:prstGeom prst="rect">
              <a:avLst/>
            </a:prstGeom>
          </p:spPr>
        </p:pic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5159E379-3280-C389-9875-C06713CDDC9A}"/>
                </a:ext>
              </a:extLst>
            </p:cNvPr>
            <p:cNvSpPr/>
            <p:nvPr/>
          </p:nvSpPr>
          <p:spPr>
            <a:xfrm>
              <a:off x="5142421" y="-133361"/>
              <a:ext cx="1082349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#0781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3F2C2E1F-49DD-CB56-1788-88D2D360999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92501" y="1006610"/>
              <a:ext cx="2618932" cy="1979042"/>
            </a:xfrm>
            <a:prstGeom prst="rect">
              <a:avLst/>
            </a:prstGeom>
          </p:spPr>
        </p:pic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390C755-599D-F145-91A7-5A4183EB8FB4}"/>
                </a:ext>
              </a:extLst>
            </p:cNvPr>
            <p:cNvSpPr/>
            <p:nvPr/>
          </p:nvSpPr>
          <p:spPr>
            <a:xfrm>
              <a:off x="-247621" y="938766"/>
              <a:ext cx="1082348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#0161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FB7ED58B-A43A-7D14-87DF-53A497E65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78081" y="997774"/>
              <a:ext cx="2630625" cy="1987878"/>
            </a:xfrm>
            <a:prstGeom prst="rect">
              <a:avLst/>
            </a:prstGeom>
          </p:spPr>
        </p:pic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7D65D53-21A4-0829-CC42-DBC15F78A120}"/>
                </a:ext>
              </a:extLst>
            </p:cNvPr>
            <p:cNvSpPr/>
            <p:nvPr/>
          </p:nvSpPr>
          <p:spPr>
            <a:xfrm>
              <a:off x="2424696" y="929930"/>
              <a:ext cx="1082349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#0401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E184715C-848F-AE7D-3632-548F2F6DEE5F}"/>
                </a:ext>
              </a:extLst>
            </p:cNvPr>
            <p:cNvSpPr/>
            <p:nvPr/>
          </p:nvSpPr>
          <p:spPr>
            <a:xfrm>
              <a:off x="-194236" y="-1386432"/>
              <a:ext cx="7973524" cy="39223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46A0CA0-DDA0-4EBC-E378-BF3AB8A267CE}"/>
                </a:ext>
              </a:extLst>
            </p:cNvPr>
            <p:cNvSpPr txBox="1"/>
            <p:nvPr/>
          </p:nvSpPr>
          <p:spPr>
            <a:xfrm>
              <a:off x="2026865" y="-1421146"/>
              <a:ext cx="352136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DJI_20251216180339gtwo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73C7AA68-EF34-4CF5-5AEA-65A3FADE8AB6}"/>
                </a:ext>
              </a:extLst>
            </p:cNvPr>
            <p:cNvSpPr/>
            <p:nvPr/>
          </p:nvSpPr>
          <p:spPr>
            <a:xfrm>
              <a:off x="-215193" y="3017634"/>
              <a:ext cx="7973524" cy="39223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A3B530D7-2F2D-FBF4-C3FF-5CD73B30A80B}"/>
                </a:ext>
              </a:extLst>
            </p:cNvPr>
            <p:cNvSpPr txBox="1"/>
            <p:nvPr/>
          </p:nvSpPr>
          <p:spPr>
            <a:xfrm>
              <a:off x="1786853" y="2982920"/>
              <a:ext cx="440441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DJI_20251023104539gtwo_24</a:t>
              </a:r>
              <a:endPara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5" name="图片 34">
              <a:extLst>
                <a:ext uri="{FF2B5EF4-FFF2-40B4-BE49-F238E27FC236}">
                  <a16:creationId xmlns:a16="http://schemas.microsoft.com/office/drawing/2014/main" id="{AA129BF3-94A1-7985-0658-48E7DF0D4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7231" y="3418416"/>
              <a:ext cx="2618932" cy="1970206"/>
            </a:xfrm>
            <a:prstGeom prst="rect">
              <a:avLst/>
            </a:prstGeom>
          </p:spPr>
        </p:pic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CAD660F7-8B1B-FA4C-5770-3CBA4A6163BC}"/>
                </a:ext>
              </a:extLst>
            </p:cNvPr>
            <p:cNvSpPr/>
            <p:nvPr/>
          </p:nvSpPr>
          <p:spPr>
            <a:xfrm>
              <a:off x="-268579" y="3309870"/>
              <a:ext cx="1082349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#0021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500DF0E1-F459-8D30-1C42-238456B18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94236" y="5424417"/>
              <a:ext cx="2620039" cy="1970206"/>
            </a:xfrm>
            <a:prstGeom prst="rect">
              <a:avLst/>
            </a:prstGeom>
          </p:spPr>
        </p:pic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1309FF69-B537-DEA5-1482-D2F9D6CD2ED4}"/>
                </a:ext>
              </a:extLst>
            </p:cNvPr>
            <p:cNvSpPr/>
            <p:nvPr/>
          </p:nvSpPr>
          <p:spPr>
            <a:xfrm>
              <a:off x="-268580" y="5344086"/>
              <a:ext cx="1082349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#0021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11C23C35-89EB-3454-85CE-16167D32054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3610" y="5424417"/>
              <a:ext cx="2663061" cy="1970206"/>
            </a:xfrm>
            <a:prstGeom prst="rect">
              <a:avLst/>
            </a:prstGeom>
          </p:spPr>
        </p:pic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DBEAD3E4-70AB-74CD-74ED-B7C3853730D9}"/>
                </a:ext>
              </a:extLst>
            </p:cNvPr>
            <p:cNvSpPr/>
            <p:nvPr/>
          </p:nvSpPr>
          <p:spPr>
            <a:xfrm>
              <a:off x="2425102" y="5344086"/>
              <a:ext cx="1082349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#0061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D460E5E1-F7E8-6894-66A9-9E288FBEFC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21861" y="3430710"/>
              <a:ext cx="2661660" cy="1970206"/>
            </a:xfrm>
            <a:prstGeom prst="rect">
              <a:avLst/>
            </a:prstGeom>
          </p:spPr>
        </p:pic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69C2E658-48A7-1994-C1EF-87E156B2AE7C}"/>
                </a:ext>
              </a:extLst>
            </p:cNvPr>
            <p:cNvSpPr/>
            <p:nvPr/>
          </p:nvSpPr>
          <p:spPr>
            <a:xfrm>
              <a:off x="2403738" y="3309870"/>
              <a:ext cx="1082349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#0061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47" name="图片 46">
              <a:extLst>
                <a:ext uri="{FF2B5EF4-FFF2-40B4-BE49-F238E27FC236}">
                  <a16:creationId xmlns:a16="http://schemas.microsoft.com/office/drawing/2014/main" id="{EBA8EA85-45E8-9B25-6118-D7C0A0C3F9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96671" y="3417691"/>
              <a:ext cx="2661660" cy="1996245"/>
            </a:xfrm>
            <a:prstGeom prst="rect">
              <a:avLst/>
            </a:prstGeom>
          </p:spPr>
        </p:pic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D88FB590-1B7E-4B41-85E2-1BE1D6F03ADB}"/>
                </a:ext>
              </a:extLst>
            </p:cNvPr>
            <p:cNvSpPr/>
            <p:nvPr/>
          </p:nvSpPr>
          <p:spPr>
            <a:xfrm>
              <a:off x="5047959" y="3321132"/>
              <a:ext cx="1082349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#0141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B573AC95-1418-5147-1588-9B3E0ABC43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04478" y="5421754"/>
              <a:ext cx="2661660" cy="1996245"/>
            </a:xfrm>
            <a:prstGeom prst="rect">
              <a:avLst/>
            </a:prstGeom>
          </p:spPr>
        </p:pic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5C351242-B03E-C3C5-7B00-DB287D4C0D2C}"/>
                </a:ext>
              </a:extLst>
            </p:cNvPr>
            <p:cNvSpPr/>
            <p:nvPr/>
          </p:nvSpPr>
          <p:spPr>
            <a:xfrm>
              <a:off x="5047959" y="5323620"/>
              <a:ext cx="1082349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#0141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7B8A8A9C-DE00-295B-8A47-30A9D4A790AA}"/>
                </a:ext>
              </a:extLst>
            </p:cNvPr>
            <p:cNvSpPr/>
            <p:nvPr/>
          </p:nvSpPr>
          <p:spPr>
            <a:xfrm>
              <a:off x="-204194" y="-989521"/>
              <a:ext cx="2618932" cy="197020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C6EA52BF-C80B-743A-F521-8EA1EB2EA11D}"/>
                </a:ext>
              </a:extLst>
            </p:cNvPr>
            <p:cNvSpPr/>
            <p:nvPr/>
          </p:nvSpPr>
          <p:spPr>
            <a:xfrm>
              <a:off x="-221796" y="997272"/>
              <a:ext cx="2618932" cy="197020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v</a:t>
              </a:r>
              <a:endParaRPr lang="zh-CN" altLang="en-US"/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8C5A5B7D-5A27-1E14-9FFD-9C1851C1692C}"/>
                </a:ext>
              </a:extLst>
            </p:cNvPr>
            <p:cNvSpPr/>
            <p:nvPr/>
          </p:nvSpPr>
          <p:spPr>
            <a:xfrm>
              <a:off x="2485546" y="-989521"/>
              <a:ext cx="2618932" cy="197020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C10F5490-BDED-FA32-BEB3-C9EF776BB91F}"/>
                </a:ext>
              </a:extLst>
            </p:cNvPr>
            <p:cNvSpPr/>
            <p:nvPr/>
          </p:nvSpPr>
          <p:spPr>
            <a:xfrm>
              <a:off x="2483060" y="1015019"/>
              <a:ext cx="2618932" cy="197020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5EA3ACB8-7829-C5CF-D437-D5D17F2C1369}"/>
                </a:ext>
              </a:extLst>
            </p:cNvPr>
            <p:cNvSpPr/>
            <p:nvPr/>
          </p:nvSpPr>
          <p:spPr>
            <a:xfrm>
              <a:off x="5149886" y="-58479"/>
              <a:ext cx="2618932" cy="1970206"/>
            </a:xfrm>
            <a:prstGeom prst="rect">
              <a:avLst/>
            </a:prstGeom>
            <a:noFill/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A618E440-D459-FC53-4266-CE38A7B6D41A}"/>
                </a:ext>
              </a:extLst>
            </p:cNvPr>
            <p:cNvSpPr/>
            <p:nvPr/>
          </p:nvSpPr>
          <p:spPr>
            <a:xfrm>
              <a:off x="-271618" y="2508703"/>
              <a:ext cx="917431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UAV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7C84C440-EF9A-5B51-9423-5D8528ABD37F}"/>
                </a:ext>
              </a:extLst>
            </p:cNvPr>
            <p:cNvSpPr/>
            <p:nvPr/>
          </p:nvSpPr>
          <p:spPr>
            <a:xfrm>
              <a:off x="-254698" y="513308"/>
              <a:ext cx="917431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UAV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B1116DAA-851D-7880-916D-13D3439F191E}"/>
                </a:ext>
              </a:extLst>
            </p:cNvPr>
            <p:cNvSpPr/>
            <p:nvPr/>
          </p:nvSpPr>
          <p:spPr>
            <a:xfrm>
              <a:off x="2442298" y="530273"/>
              <a:ext cx="917431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UAV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DA942730-D556-64D2-EDF6-A65054C74C5A}"/>
                </a:ext>
              </a:extLst>
            </p:cNvPr>
            <p:cNvSpPr/>
            <p:nvPr/>
          </p:nvSpPr>
          <p:spPr>
            <a:xfrm>
              <a:off x="2475487" y="2517073"/>
              <a:ext cx="917431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UAV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8D85DCFB-1473-D245-F71F-0327ACF4C28F}"/>
                </a:ext>
              </a:extLst>
            </p:cNvPr>
            <p:cNvSpPr/>
            <p:nvPr/>
          </p:nvSpPr>
          <p:spPr>
            <a:xfrm>
              <a:off x="5120120" y="1479976"/>
              <a:ext cx="1282723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Ground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B15A6723-1FD5-5E74-422C-D0370080BDF1}"/>
                </a:ext>
              </a:extLst>
            </p:cNvPr>
            <p:cNvSpPr/>
            <p:nvPr/>
          </p:nvSpPr>
          <p:spPr>
            <a:xfrm>
              <a:off x="-200656" y="3414046"/>
              <a:ext cx="2618932" cy="197020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651DD1F3-83A1-6978-A048-BD8F780C013C}"/>
                </a:ext>
              </a:extLst>
            </p:cNvPr>
            <p:cNvSpPr/>
            <p:nvPr/>
          </p:nvSpPr>
          <p:spPr>
            <a:xfrm>
              <a:off x="-207231" y="5424417"/>
              <a:ext cx="2618932" cy="197020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DC184FBE-6421-7BE4-8BB5-256443344F21}"/>
                </a:ext>
              </a:extLst>
            </p:cNvPr>
            <p:cNvSpPr/>
            <p:nvPr/>
          </p:nvSpPr>
          <p:spPr>
            <a:xfrm>
              <a:off x="2455675" y="5424417"/>
              <a:ext cx="2618932" cy="197020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DB6A20D4-3936-1695-6A88-BC7F5457621D}"/>
                </a:ext>
              </a:extLst>
            </p:cNvPr>
            <p:cNvSpPr/>
            <p:nvPr/>
          </p:nvSpPr>
          <p:spPr>
            <a:xfrm>
              <a:off x="2454825" y="3426537"/>
              <a:ext cx="2618932" cy="197020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04FF42E9-55C4-0AAE-0EDC-7F5FFDCEAB30}"/>
                </a:ext>
              </a:extLst>
            </p:cNvPr>
            <p:cNvSpPr/>
            <p:nvPr/>
          </p:nvSpPr>
          <p:spPr>
            <a:xfrm>
              <a:off x="5116485" y="3426537"/>
              <a:ext cx="2618932" cy="1970206"/>
            </a:xfrm>
            <a:prstGeom prst="rect">
              <a:avLst/>
            </a:prstGeom>
            <a:noFill/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A856DBE2-C8B0-3936-94AD-E99CC48304F6}"/>
                </a:ext>
              </a:extLst>
            </p:cNvPr>
            <p:cNvSpPr/>
            <p:nvPr/>
          </p:nvSpPr>
          <p:spPr>
            <a:xfrm>
              <a:off x="5116485" y="5421754"/>
              <a:ext cx="2618932" cy="1970206"/>
            </a:xfrm>
            <a:prstGeom prst="rect">
              <a:avLst/>
            </a:prstGeom>
            <a:noFill/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D79CE8F6-5A57-EBE5-362A-DA7C5743B7F8}"/>
                </a:ext>
              </a:extLst>
            </p:cNvPr>
            <p:cNvSpPr/>
            <p:nvPr/>
          </p:nvSpPr>
          <p:spPr>
            <a:xfrm>
              <a:off x="-224957" y="4896827"/>
              <a:ext cx="917431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UAV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D67D341E-4849-3D06-F2E4-51A2777F77AC}"/>
                </a:ext>
              </a:extLst>
            </p:cNvPr>
            <p:cNvSpPr/>
            <p:nvPr/>
          </p:nvSpPr>
          <p:spPr>
            <a:xfrm>
              <a:off x="-263987" y="6911569"/>
              <a:ext cx="917431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80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UAV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B82D785A-1DBF-8C22-FC5B-44D775978A9E}"/>
                </a:ext>
              </a:extLst>
            </p:cNvPr>
            <p:cNvSpPr/>
            <p:nvPr/>
          </p:nvSpPr>
          <p:spPr>
            <a:xfrm>
              <a:off x="2411701" y="6944630"/>
              <a:ext cx="917431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UAV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82579E53-E494-CF79-6954-372A5425445C}"/>
                </a:ext>
              </a:extLst>
            </p:cNvPr>
            <p:cNvSpPr/>
            <p:nvPr/>
          </p:nvSpPr>
          <p:spPr>
            <a:xfrm>
              <a:off x="2419508" y="4910414"/>
              <a:ext cx="917431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UAV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FDD54E69-B93B-182A-1B9E-25AD2E9C73D9}"/>
                </a:ext>
              </a:extLst>
            </p:cNvPr>
            <p:cNvSpPr/>
            <p:nvPr/>
          </p:nvSpPr>
          <p:spPr>
            <a:xfrm>
              <a:off x="5081564" y="4922231"/>
              <a:ext cx="1282723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Ground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50AAAFCB-B266-A381-A8E8-DB5AEF7194ED}"/>
                </a:ext>
              </a:extLst>
            </p:cNvPr>
            <p:cNvSpPr/>
            <p:nvPr/>
          </p:nvSpPr>
          <p:spPr>
            <a:xfrm>
              <a:off x="5107575" y="6944797"/>
              <a:ext cx="1282723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Ground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3B3F2647-354C-E443-411D-93608B83040E}"/>
                </a:ext>
              </a:extLst>
            </p:cNvPr>
            <p:cNvSpPr/>
            <p:nvPr/>
          </p:nvSpPr>
          <p:spPr>
            <a:xfrm>
              <a:off x="7832673" y="-1386432"/>
              <a:ext cx="7973524" cy="39223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B31980BF-5D7A-A08C-DD68-E961AA3FBCA9}"/>
                </a:ext>
              </a:extLst>
            </p:cNvPr>
            <p:cNvSpPr txBox="1"/>
            <p:nvPr/>
          </p:nvSpPr>
          <p:spPr>
            <a:xfrm>
              <a:off x="10165135" y="-1408342"/>
              <a:ext cx="395159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DJI_20251104154749gtwo_9</a:t>
              </a:r>
              <a:endPara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81" name="图片 80">
              <a:extLst>
                <a:ext uri="{FF2B5EF4-FFF2-40B4-BE49-F238E27FC236}">
                  <a16:creationId xmlns:a16="http://schemas.microsoft.com/office/drawing/2014/main" id="{B8958721-6850-6D5C-79EC-65119D19B1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32673" y="-946677"/>
              <a:ext cx="2618932" cy="1970206"/>
            </a:xfrm>
            <a:prstGeom prst="rect">
              <a:avLst/>
            </a:prstGeom>
          </p:spPr>
        </p:pic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65D4AF4D-73C2-1A6F-D689-7B4A6C769DB1}"/>
                </a:ext>
              </a:extLst>
            </p:cNvPr>
            <p:cNvSpPr/>
            <p:nvPr/>
          </p:nvSpPr>
          <p:spPr>
            <a:xfrm>
              <a:off x="7768818" y="-1061528"/>
              <a:ext cx="1082349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#0041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84" name="图片 83">
              <a:extLst>
                <a:ext uri="{FF2B5EF4-FFF2-40B4-BE49-F238E27FC236}">
                  <a16:creationId xmlns:a16="http://schemas.microsoft.com/office/drawing/2014/main" id="{B372BE07-6737-EA97-73CF-C1D057373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32673" y="1048806"/>
              <a:ext cx="2651780" cy="1969427"/>
            </a:xfrm>
            <a:prstGeom prst="rect">
              <a:avLst/>
            </a:prstGeom>
          </p:spPr>
        </p:pic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E5333C7C-244F-8F4E-62CA-57B1565DA8EA}"/>
                </a:ext>
              </a:extLst>
            </p:cNvPr>
            <p:cNvSpPr/>
            <p:nvPr/>
          </p:nvSpPr>
          <p:spPr>
            <a:xfrm>
              <a:off x="7812663" y="970525"/>
              <a:ext cx="1082349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#0041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B81CA229-D337-8FD7-63CE-F636059E52F0}"/>
                </a:ext>
              </a:extLst>
            </p:cNvPr>
            <p:cNvSpPr/>
            <p:nvPr/>
          </p:nvSpPr>
          <p:spPr>
            <a:xfrm>
              <a:off x="7832673" y="-967611"/>
              <a:ext cx="2618932" cy="1970206"/>
            </a:xfrm>
            <a:prstGeom prst="rect">
              <a:avLst/>
            </a:prstGeom>
            <a:noFill/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19A7DD45-73AA-89D7-99D6-B58F33C02352}"/>
                </a:ext>
              </a:extLst>
            </p:cNvPr>
            <p:cNvSpPr/>
            <p:nvPr/>
          </p:nvSpPr>
          <p:spPr>
            <a:xfrm>
              <a:off x="7849097" y="1044463"/>
              <a:ext cx="2618932" cy="1970206"/>
            </a:xfrm>
            <a:prstGeom prst="rect">
              <a:avLst/>
            </a:prstGeom>
            <a:noFill/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1F52327F-C733-DE43-616B-8D780EAA375F}"/>
                </a:ext>
              </a:extLst>
            </p:cNvPr>
            <p:cNvSpPr/>
            <p:nvPr/>
          </p:nvSpPr>
          <p:spPr>
            <a:xfrm>
              <a:off x="7820128" y="524807"/>
              <a:ext cx="1282723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Ground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87E25273-6C7B-CC0A-7F12-12F58ED1E254}"/>
                </a:ext>
              </a:extLst>
            </p:cNvPr>
            <p:cNvSpPr/>
            <p:nvPr/>
          </p:nvSpPr>
          <p:spPr>
            <a:xfrm>
              <a:off x="7849097" y="2550110"/>
              <a:ext cx="1282723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Ground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1" name="图片 90">
              <a:extLst>
                <a:ext uri="{FF2B5EF4-FFF2-40B4-BE49-F238E27FC236}">
                  <a16:creationId xmlns:a16="http://schemas.microsoft.com/office/drawing/2014/main" id="{48D7ACEC-2838-94AF-121E-D2B9DDFFA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64283" y="1051151"/>
              <a:ext cx="2606827" cy="1970206"/>
            </a:xfrm>
            <a:prstGeom prst="rect">
              <a:avLst/>
            </a:prstGeom>
          </p:spPr>
        </p:pic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CD691D89-2006-AF3E-F32A-B9311FCAA52A}"/>
                </a:ext>
              </a:extLst>
            </p:cNvPr>
            <p:cNvSpPr/>
            <p:nvPr/>
          </p:nvSpPr>
          <p:spPr>
            <a:xfrm>
              <a:off x="10566020" y="1053354"/>
              <a:ext cx="2618932" cy="197020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44CFB193-B016-3B2C-5BFC-642D12B3C9F6}"/>
                </a:ext>
              </a:extLst>
            </p:cNvPr>
            <p:cNvSpPr/>
            <p:nvPr/>
          </p:nvSpPr>
          <p:spPr>
            <a:xfrm>
              <a:off x="10550441" y="970525"/>
              <a:ext cx="1082349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#0061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FE5A2D7D-4262-DF8B-4C44-E3F873FE9BF4}"/>
                </a:ext>
              </a:extLst>
            </p:cNvPr>
            <p:cNvSpPr/>
            <p:nvPr/>
          </p:nvSpPr>
          <p:spPr>
            <a:xfrm>
              <a:off x="10545613" y="2557239"/>
              <a:ext cx="917431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UAV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6" name="图片 95">
              <a:extLst>
                <a:ext uri="{FF2B5EF4-FFF2-40B4-BE49-F238E27FC236}">
                  <a16:creationId xmlns:a16="http://schemas.microsoft.com/office/drawing/2014/main" id="{5D596AB3-34EE-C522-85FB-3F7D1D99F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79523" y="-961300"/>
              <a:ext cx="2606827" cy="1984829"/>
            </a:xfrm>
            <a:prstGeom prst="rect">
              <a:avLst/>
            </a:prstGeom>
          </p:spPr>
        </p:pic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E9F78F31-2543-C42F-5794-A10FD0746388}"/>
                </a:ext>
              </a:extLst>
            </p:cNvPr>
            <p:cNvSpPr/>
            <p:nvPr/>
          </p:nvSpPr>
          <p:spPr>
            <a:xfrm>
              <a:off x="10567418" y="-973751"/>
              <a:ext cx="2618932" cy="197020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4B2B8BA0-D367-847E-3C27-D737D0CAFEDA}"/>
                </a:ext>
              </a:extLst>
            </p:cNvPr>
            <p:cNvSpPr/>
            <p:nvPr/>
          </p:nvSpPr>
          <p:spPr>
            <a:xfrm>
              <a:off x="10510404" y="-1061528"/>
              <a:ext cx="1082349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#0061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AA669F41-3D69-BFC3-71B3-7BB237FDC5E6}"/>
                </a:ext>
              </a:extLst>
            </p:cNvPr>
            <p:cNvSpPr/>
            <p:nvPr/>
          </p:nvSpPr>
          <p:spPr>
            <a:xfrm>
              <a:off x="10510404" y="535935"/>
              <a:ext cx="917431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UAV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1" name="图片 100">
              <a:extLst>
                <a:ext uri="{FF2B5EF4-FFF2-40B4-BE49-F238E27FC236}">
                  <a16:creationId xmlns:a16="http://schemas.microsoft.com/office/drawing/2014/main" id="{BB930AB0-8536-CC55-1897-BA6885F8A9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66193" y="-971601"/>
              <a:ext cx="2540004" cy="1965906"/>
            </a:xfrm>
            <a:prstGeom prst="rect">
              <a:avLst/>
            </a:prstGeom>
          </p:spPr>
        </p:pic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49C4D056-A68A-32EF-0FCF-62772F1696E8}"/>
                </a:ext>
              </a:extLst>
            </p:cNvPr>
            <p:cNvSpPr/>
            <p:nvPr/>
          </p:nvSpPr>
          <p:spPr>
            <a:xfrm>
              <a:off x="13243364" y="-980685"/>
              <a:ext cx="2562833" cy="197020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E95D202E-B533-846C-69E4-EF78B15B5F74}"/>
                </a:ext>
              </a:extLst>
            </p:cNvPr>
            <p:cNvSpPr/>
            <p:nvPr/>
          </p:nvSpPr>
          <p:spPr>
            <a:xfrm>
              <a:off x="13209179" y="-1061528"/>
              <a:ext cx="1082349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#0101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5" name="图片 104">
              <a:extLst>
                <a:ext uri="{FF2B5EF4-FFF2-40B4-BE49-F238E27FC236}">
                  <a16:creationId xmlns:a16="http://schemas.microsoft.com/office/drawing/2014/main" id="{11714A14-3166-FCBF-6C37-279F3D3F4E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31559" y="1051152"/>
              <a:ext cx="2616310" cy="1977958"/>
            </a:xfrm>
            <a:prstGeom prst="rect">
              <a:avLst/>
            </a:prstGeom>
          </p:spPr>
        </p:pic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FC633DFC-E65D-B7B9-33AB-D845261CFF1A}"/>
                </a:ext>
              </a:extLst>
            </p:cNvPr>
            <p:cNvSpPr/>
            <p:nvPr/>
          </p:nvSpPr>
          <p:spPr>
            <a:xfrm>
              <a:off x="13206757" y="1056848"/>
              <a:ext cx="2618932" cy="197020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71FA6CA8-CC5F-3A2D-B51F-087EA40C0BBE}"/>
                </a:ext>
              </a:extLst>
            </p:cNvPr>
            <p:cNvSpPr/>
            <p:nvPr/>
          </p:nvSpPr>
          <p:spPr>
            <a:xfrm>
              <a:off x="13200192" y="970525"/>
              <a:ext cx="1082349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#0101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275AFBC3-7EC9-F1AA-D0A0-661552BB580E}"/>
                </a:ext>
              </a:extLst>
            </p:cNvPr>
            <p:cNvSpPr/>
            <p:nvPr/>
          </p:nvSpPr>
          <p:spPr>
            <a:xfrm>
              <a:off x="13177675" y="2572456"/>
              <a:ext cx="917431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UAV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D4D83073-AE90-F274-EF5F-33DA46948827}"/>
                </a:ext>
              </a:extLst>
            </p:cNvPr>
            <p:cNvSpPr/>
            <p:nvPr/>
          </p:nvSpPr>
          <p:spPr>
            <a:xfrm>
              <a:off x="13171110" y="539923"/>
              <a:ext cx="917431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UAV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8CC097A1-2B05-80A2-4788-6E0EFE1FA0EF}"/>
                </a:ext>
              </a:extLst>
            </p:cNvPr>
            <p:cNvSpPr/>
            <p:nvPr/>
          </p:nvSpPr>
          <p:spPr>
            <a:xfrm>
              <a:off x="7826254" y="3019853"/>
              <a:ext cx="8033113" cy="39223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5C7C060F-12D5-5012-972F-FBB9A2B81F3A}"/>
                </a:ext>
              </a:extLst>
            </p:cNvPr>
            <p:cNvSpPr txBox="1"/>
            <p:nvPr/>
          </p:nvSpPr>
          <p:spPr>
            <a:xfrm>
              <a:off x="10287705" y="2986154"/>
              <a:ext cx="370645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DJI_20251118204809gtwo</a:t>
              </a:r>
              <a:endPara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14" name="图片 113">
              <a:extLst>
                <a:ext uri="{FF2B5EF4-FFF2-40B4-BE49-F238E27FC236}">
                  <a16:creationId xmlns:a16="http://schemas.microsoft.com/office/drawing/2014/main" id="{BA1B59A6-1676-E65B-6437-AD7F51BC6E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41328" y="4399082"/>
              <a:ext cx="2634144" cy="1970340"/>
            </a:xfrm>
            <a:prstGeom prst="rect">
              <a:avLst/>
            </a:prstGeom>
          </p:spPr>
        </p:pic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54CD72CC-A5DC-0109-354F-D674DBB96010}"/>
                </a:ext>
              </a:extLst>
            </p:cNvPr>
            <p:cNvSpPr/>
            <p:nvPr/>
          </p:nvSpPr>
          <p:spPr>
            <a:xfrm>
              <a:off x="7869383" y="4382035"/>
              <a:ext cx="2618932" cy="1970206"/>
            </a:xfrm>
            <a:prstGeom prst="rect">
              <a:avLst/>
            </a:prstGeom>
            <a:noFill/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ABE12585-60C3-452A-D7E5-F35ECF45AF29}"/>
                </a:ext>
              </a:extLst>
            </p:cNvPr>
            <p:cNvSpPr/>
            <p:nvPr/>
          </p:nvSpPr>
          <p:spPr>
            <a:xfrm>
              <a:off x="7811995" y="4321673"/>
              <a:ext cx="1082349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#0181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D14A0801-4FD0-EE60-0EAB-EAB1B793605C}"/>
                </a:ext>
              </a:extLst>
            </p:cNvPr>
            <p:cNvSpPr/>
            <p:nvPr/>
          </p:nvSpPr>
          <p:spPr>
            <a:xfrm>
              <a:off x="7814424" y="5886230"/>
              <a:ext cx="1282723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Ground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21" name="图片 120">
              <a:extLst>
                <a:ext uri="{FF2B5EF4-FFF2-40B4-BE49-F238E27FC236}">
                  <a16:creationId xmlns:a16="http://schemas.microsoft.com/office/drawing/2014/main" id="{137621F2-326D-A673-D1CF-7426E53B0D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91647" y="5464840"/>
              <a:ext cx="2593305" cy="1953159"/>
            </a:xfrm>
            <a:prstGeom prst="rect">
              <a:avLst/>
            </a:prstGeom>
          </p:spPr>
        </p:pic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39A2CC20-EE67-190A-8364-F3E77942A0C4}"/>
                </a:ext>
              </a:extLst>
            </p:cNvPr>
            <p:cNvSpPr/>
            <p:nvPr/>
          </p:nvSpPr>
          <p:spPr>
            <a:xfrm>
              <a:off x="10572073" y="5447793"/>
              <a:ext cx="2612880" cy="197020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3890B8C6-DA1A-ED07-1278-850A57AC7E27}"/>
                </a:ext>
              </a:extLst>
            </p:cNvPr>
            <p:cNvSpPr/>
            <p:nvPr/>
          </p:nvSpPr>
          <p:spPr>
            <a:xfrm>
              <a:off x="10548583" y="5369378"/>
              <a:ext cx="1082349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#0201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27" name="图片 126">
              <a:extLst>
                <a:ext uri="{FF2B5EF4-FFF2-40B4-BE49-F238E27FC236}">
                  <a16:creationId xmlns:a16="http://schemas.microsoft.com/office/drawing/2014/main" id="{101BF244-8C58-5BC1-643C-9E54E27E9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82447" y="3427949"/>
              <a:ext cx="2602505" cy="1970340"/>
            </a:xfrm>
            <a:prstGeom prst="rect">
              <a:avLst/>
            </a:prstGeom>
          </p:spPr>
        </p:pic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600152CE-DC99-93E8-B486-C3313DA758BC}"/>
                </a:ext>
              </a:extLst>
            </p:cNvPr>
            <p:cNvSpPr/>
            <p:nvPr/>
          </p:nvSpPr>
          <p:spPr>
            <a:xfrm>
              <a:off x="10564283" y="3427949"/>
              <a:ext cx="2612880" cy="197020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C6E2084D-DF45-D9F1-60A9-09F43F0B3752}"/>
                </a:ext>
              </a:extLst>
            </p:cNvPr>
            <p:cNvSpPr/>
            <p:nvPr/>
          </p:nvSpPr>
          <p:spPr>
            <a:xfrm>
              <a:off x="10558469" y="4938200"/>
              <a:ext cx="919771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UAV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B357DDCB-4985-C3BF-FA5F-A59123D295EC}"/>
                </a:ext>
              </a:extLst>
            </p:cNvPr>
            <p:cNvSpPr/>
            <p:nvPr/>
          </p:nvSpPr>
          <p:spPr>
            <a:xfrm>
              <a:off x="10529963" y="3353730"/>
              <a:ext cx="1082349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#0201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32" name="图片 131">
              <a:extLst>
                <a:ext uri="{FF2B5EF4-FFF2-40B4-BE49-F238E27FC236}">
                  <a16:creationId xmlns:a16="http://schemas.microsoft.com/office/drawing/2014/main" id="{AB4C5F44-C869-28C7-8F5E-9C725D962B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66193" y="3436532"/>
              <a:ext cx="2593174" cy="1947720"/>
            </a:xfrm>
            <a:prstGeom prst="rect">
              <a:avLst/>
            </a:prstGeom>
          </p:spPr>
        </p:pic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D1E73F04-5845-44AC-5DCF-F4134E76AD72}"/>
                </a:ext>
              </a:extLst>
            </p:cNvPr>
            <p:cNvSpPr/>
            <p:nvPr/>
          </p:nvSpPr>
          <p:spPr>
            <a:xfrm>
              <a:off x="13243364" y="3427791"/>
              <a:ext cx="2612880" cy="197020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矩形 133">
              <a:extLst>
                <a:ext uri="{FF2B5EF4-FFF2-40B4-BE49-F238E27FC236}">
                  <a16:creationId xmlns:a16="http://schemas.microsoft.com/office/drawing/2014/main" id="{45F5496A-9F5A-7817-9EB1-AC86128F4ED7}"/>
                </a:ext>
              </a:extLst>
            </p:cNvPr>
            <p:cNvSpPr/>
            <p:nvPr/>
          </p:nvSpPr>
          <p:spPr>
            <a:xfrm>
              <a:off x="13200191" y="3321132"/>
              <a:ext cx="1082349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#0261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36" name="图片 135">
              <a:extLst>
                <a:ext uri="{FF2B5EF4-FFF2-40B4-BE49-F238E27FC236}">
                  <a16:creationId xmlns:a16="http://schemas.microsoft.com/office/drawing/2014/main" id="{C0B0887A-11D4-63E0-CFBE-CCDA714FD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66193" y="5445451"/>
              <a:ext cx="2593174" cy="1970340"/>
            </a:xfrm>
            <a:prstGeom prst="rect">
              <a:avLst/>
            </a:prstGeom>
          </p:spPr>
        </p:pic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A660F689-96C4-C3B4-31E1-7567DCE2F74E}"/>
                </a:ext>
              </a:extLst>
            </p:cNvPr>
            <p:cNvSpPr/>
            <p:nvPr/>
          </p:nvSpPr>
          <p:spPr>
            <a:xfrm>
              <a:off x="13246487" y="5447793"/>
              <a:ext cx="2612880" cy="197020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矩形 137">
              <a:extLst>
                <a:ext uri="{FF2B5EF4-FFF2-40B4-BE49-F238E27FC236}">
                  <a16:creationId xmlns:a16="http://schemas.microsoft.com/office/drawing/2014/main" id="{F3A872EE-2FC8-740B-DC33-4C418A927D0A}"/>
                </a:ext>
              </a:extLst>
            </p:cNvPr>
            <p:cNvSpPr/>
            <p:nvPr/>
          </p:nvSpPr>
          <p:spPr>
            <a:xfrm>
              <a:off x="13200191" y="5384252"/>
              <a:ext cx="1082349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#0261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54" name="组合 153">
              <a:extLst>
                <a:ext uri="{FF2B5EF4-FFF2-40B4-BE49-F238E27FC236}">
                  <a16:creationId xmlns:a16="http://schemas.microsoft.com/office/drawing/2014/main" id="{3589F53E-DADB-30E9-7A9E-5D1DDD1794BB}"/>
                </a:ext>
              </a:extLst>
            </p:cNvPr>
            <p:cNvGrpSpPr/>
            <p:nvPr/>
          </p:nvGrpSpPr>
          <p:grpSpPr>
            <a:xfrm>
              <a:off x="-190582" y="7366652"/>
              <a:ext cx="16049949" cy="568472"/>
              <a:chOff x="-216008" y="7311160"/>
              <a:chExt cx="16159807" cy="568472"/>
            </a:xfrm>
          </p:grpSpPr>
          <p:cxnSp>
            <p:nvCxnSpPr>
              <p:cNvPr id="142" name="直接连接符 141">
                <a:extLst>
                  <a:ext uri="{FF2B5EF4-FFF2-40B4-BE49-F238E27FC236}">
                    <a16:creationId xmlns:a16="http://schemas.microsoft.com/office/drawing/2014/main" id="{85483EBD-B8BB-565A-8723-81BE30ECE9F7}"/>
                  </a:ext>
                </a:extLst>
              </p:cNvPr>
              <p:cNvCxnSpPr/>
              <p:nvPr/>
            </p:nvCxnSpPr>
            <p:spPr>
              <a:xfrm>
                <a:off x="-216008" y="7607975"/>
                <a:ext cx="840049" cy="0"/>
              </a:xfrm>
              <a:prstGeom prst="line">
                <a:avLst/>
              </a:prstGeom>
              <a:ln w="28575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3A79FA86-FF2D-328B-130C-6B09CE9DBF58}"/>
                  </a:ext>
                </a:extLst>
              </p:cNvPr>
              <p:cNvSpPr/>
              <p:nvPr/>
            </p:nvSpPr>
            <p:spPr>
              <a:xfrm>
                <a:off x="710200" y="7333135"/>
                <a:ext cx="2151678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altLang="zh-CN" sz="2800" b="0" cap="none" spc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Ground Truth</a:t>
                </a:r>
                <a:endParaRPr lang="zh-CN" altLang="en-US" sz="2800" b="0" cap="none" spc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44" name="直接连接符 143">
                <a:extLst>
                  <a:ext uri="{FF2B5EF4-FFF2-40B4-BE49-F238E27FC236}">
                    <a16:creationId xmlns:a16="http://schemas.microsoft.com/office/drawing/2014/main" id="{9CB1B083-E308-F45B-1159-91E08DB1DB67}"/>
                  </a:ext>
                </a:extLst>
              </p:cNvPr>
              <p:cNvCxnSpPr/>
              <p:nvPr/>
            </p:nvCxnSpPr>
            <p:spPr>
              <a:xfrm>
                <a:off x="3125293" y="7600948"/>
                <a:ext cx="840049" cy="0"/>
              </a:xfrm>
              <a:prstGeom prst="line">
                <a:avLst/>
              </a:prstGeom>
              <a:ln w="28575">
                <a:solidFill>
                  <a:srgbClr val="FF5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5" name="矩形 144">
                <a:extLst>
                  <a:ext uri="{FF2B5EF4-FFF2-40B4-BE49-F238E27FC236}">
                    <a16:creationId xmlns:a16="http://schemas.microsoft.com/office/drawing/2014/main" id="{84B94669-AAE9-CAD7-898D-03EDA4506793}"/>
                  </a:ext>
                </a:extLst>
              </p:cNvPr>
              <p:cNvSpPr/>
              <p:nvPr/>
            </p:nvSpPr>
            <p:spPr>
              <a:xfrm>
                <a:off x="4065663" y="7335501"/>
                <a:ext cx="1488357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altLang="zh-CN" sz="2800" b="0" cap="none" spc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UATrack</a:t>
                </a:r>
                <a:endParaRPr lang="zh-CN" altLang="en-US" sz="2800" b="0" cap="none" spc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46" name="直接连接符 145">
                <a:extLst>
                  <a:ext uri="{FF2B5EF4-FFF2-40B4-BE49-F238E27FC236}">
                    <a16:creationId xmlns:a16="http://schemas.microsoft.com/office/drawing/2014/main" id="{DA752667-2AAB-5F46-D1A4-C00236462A92}"/>
                  </a:ext>
                </a:extLst>
              </p:cNvPr>
              <p:cNvCxnSpPr/>
              <p:nvPr/>
            </p:nvCxnSpPr>
            <p:spPr>
              <a:xfrm>
                <a:off x="5782768" y="7621859"/>
                <a:ext cx="840049" cy="0"/>
              </a:xfrm>
              <a:prstGeom prst="line">
                <a:avLst/>
              </a:prstGeom>
              <a:ln w="28575">
                <a:solidFill>
                  <a:srgbClr val="50DC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7" name="矩形 146">
                <a:extLst>
                  <a:ext uri="{FF2B5EF4-FFF2-40B4-BE49-F238E27FC236}">
                    <a16:creationId xmlns:a16="http://schemas.microsoft.com/office/drawing/2014/main" id="{88089292-0814-1449-83E6-CDA9B329F475}"/>
                  </a:ext>
                </a:extLst>
              </p:cNvPr>
              <p:cNvSpPr/>
              <p:nvPr/>
            </p:nvSpPr>
            <p:spPr>
              <a:xfrm>
                <a:off x="6747608" y="7356412"/>
                <a:ext cx="1200970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altLang="zh-CN" sz="2800" b="0" cap="none" spc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CMRL</a:t>
                </a:r>
                <a:endParaRPr lang="zh-CN" altLang="en-US" sz="2800" b="0" cap="none" spc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48" name="直接连接符 147">
                <a:extLst>
                  <a:ext uri="{FF2B5EF4-FFF2-40B4-BE49-F238E27FC236}">
                    <a16:creationId xmlns:a16="http://schemas.microsoft.com/office/drawing/2014/main" id="{C130203F-25B2-5201-F417-21F8058B9207}"/>
                  </a:ext>
                </a:extLst>
              </p:cNvPr>
              <p:cNvCxnSpPr/>
              <p:nvPr/>
            </p:nvCxnSpPr>
            <p:spPr>
              <a:xfrm>
                <a:off x="8461489" y="7614084"/>
                <a:ext cx="840049" cy="0"/>
              </a:xfrm>
              <a:prstGeom prst="line">
                <a:avLst/>
              </a:prstGeom>
              <a:ln w="28575">
                <a:solidFill>
                  <a:srgbClr val="FF5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9" name="矩形 148">
                <a:extLst>
                  <a:ext uri="{FF2B5EF4-FFF2-40B4-BE49-F238E27FC236}">
                    <a16:creationId xmlns:a16="http://schemas.microsoft.com/office/drawing/2014/main" id="{C97108ED-4EF4-0DD6-724D-A355BC12EEBE}"/>
                  </a:ext>
                </a:extLst>
              </p:cNvPr>
              <p:cNvSpPr/>
              <p:nvPr/>
            </p:nvSpPr>
            <p:spPr>
              <a:xfrm>
                <a:off x="9348418" y="7320685"/>
                <a:ext cx="1103187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altLang="zh-CN" sz="2800" b="0" cap="none" spc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SCDT</a:t>
                </a:r>
                <a:endParaRPr lang="zh-CN" altLang="en-US" sz="2800" b="0" cap="none" spc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50" name="直接连接符 149">
                <a:extLst>
                  <a:ext uri="{FF2B5EF4-FFF2-40B4-BE49-F238E27FC236}">
                    <a16:creationId xmlns:a16="http://schemas.microsoft.com/office/drawing/2014/main" id="{6F4A9411-E364-ABE1-D04D-8E222CDDB264}"/>
                  </a:ext>
                </a:extLst>
              </p:cNvPr>
              <p:cNvCxnSpPr/>
              <p:nvPr/>
            </p:nvCxnSpPr>
            <p:spPr>
              <a:xfrm>
                <a:off x="11052684" y="7604559"/>
                <a:ext cx="840049" cy="0"/>
              </a:xfrm>
              <a:prstGeom prst="line">
                <a:avLst/>
              </a:prstGeom>
              <a:ln w="28575">
                <a:solidFill>
                  <a:srgbClr val="00A5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5402DA6D-ECE0-618A-D2F0-E24970E5ED47}"/>
                  </a:ext>
                </a:extLst>
              </p:cNvPr>
              <p:cNvSpPr/>
              <p:nvPr/>
            </p:nvSpPr>
            <p:spPr>
              <a:xfrm>
                <a:off x="12023420" y="7311160"/>
                <a:ext cx="1183337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altLang="zh-CN" sz="2800" b="0" cap="none" spc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GOLA</a:t>
                </a:r>
                <a:endParaRPr lang="zh-CN" altLang="en-US" sz="2800" b="0" cap="none" spc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52" name="直接连接符 151">
                <a:extLst>
                  <a:ext uri="{FF2B5EF4-FFF2-40B4-BE49-F238E27FC236}">
                    <a16:creationId xmlns:a16="http://schemas.microsoft.com/office/drawing/2014/main" id="{3AF0A1CB-3183-0C9A-8AE0-1487FEE16B5A}"/>
                  </a:ext>
                </a:extLst>
              </p:cNvPr>
              <p:cNvCxnSpPr/>
              <p:nvPr/>
            </p:nvCxnSpPr>
            <p:spPr>
              <a:xfrm>
                <a:off x="13671616" y="7614084"/>
                <a:ext cx="840049" cy="0"/>
              </a:xfrm>
              <a:prstGeom prst="line">
                <a:avLst/>
              </a:prstGeom>
              <a:ln w="28575">
                <a:solidFill>
                  <a:srgbClr val="BE5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3C61BEA4-00E6-5F72-6A01-82303E45CDFC}"/>
                  </a:ext>
                </a:extLst>
              </p:cNvPr>
              <p:cNvSpPr/>
              <p:nvPr/>
            </p:nvSpPr>
            <p:spPr>
              <a:xfrm>
                <a:off x="14524243" y="7320685"/>
                <a:ext cx="1419556" cy="5232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altLang="zh-CN" sz="2800" b="0" cap="none" spc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TATrack</a:t>
                </a:r>
                <a:endParaRPr lang="zh-CN" altLang="en-US" sz="2800" b="0" cap="none" spc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55" name="矩形 154">
              <a:extLst>
                <a:ext uri="{FF2B5EF4-FFF2-40B4-BE49-F238E27FC236}">
                  <a16:creationId xmlns:a16="http://schemas.microsoft.com/office/drawing/2014/main" id="{0F957E26-FCD9-B7A3-F56D-04250845E82A}"/>
                </a:ext>
              </a:extLst>
            </p:cNvPr>
            <p:cNvSpPr/>
            <p:nvPr/>
          </p:nvSpPr>
          <p:spPr>
            <a:xfrm>
              <a:off x="10554861" y="6960948"/>
              <a:ext cx="919771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UAV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6" name="矩形 155">
              <a:extLst>
                <a:ext uri="{FF2B5EF4-FFF2-40B4-BE49-F238E27FC236}">
                  <a16:creationId xmlns:a16="http://schemas.microsoft.com/office/drawing/2014/main" id="{18EDB054-3D8C-A404-8EEE-159AAE75BC18}"/>
                </a:ext>
              </a:extLst>
            </p:cNvPr>
            <p:cNvSpPr/>
            <p:nvPr/>
          </p:nvSpPr>
          <p:spPr>
            <a:xfrm>
              <a:off x="13243364" y="6950510"/>
              <a:ext cx="919771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UAV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7" name="矩形 156">
              <a:extLst>
                <a:ext uri="{FF2B5EF4-FFF2-40B4-BE49-F238E27FC236}">
                  <a16:creationId xmlns:a16="http://schemas.microsoft.com/office/drawing/2014/main" id="{E2798F0F-FBD5-1969-89E2-8529989B5193}"/>
                </a:ext>
              </a:extLst>
            </p:cNvPr>
            <p:cNvSpPr/>
            <p:nvPr/>
          </p:nvSpPr>
          <p:spPr>
            <a:xfrm>
              <a:off x="13226896" y="4938200"/>
              <a:ext cx="919771" cy="52322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CN" sz="2800" b="0" cap="none" spc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UAV</a:t>
              </a:r>
              <a:endParaRPr lang="zh-CN" altLang="en-US" sz="2800" b="0" cap="none" spc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0942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1481</TotalTime>
  <Words>91</Words>
  <Application>Microsoft Office PowerPoint</Application>
  <PresentationFormat>宽屏</PresentationFormat>
  <Paragraphs>55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兆栋 丁</dc:creator>
  <cp:lastModifiedBy>兆栋 丁</cp:lastModifiedBy>
  <cp:revision>27</cp:revision>
  <dcterms:created xsi:type="dcterms:W3CDTF">2026-06-19T08:15:54Z</dcterms:created>
  <dcterms:modified xsi:type="dcterms:W3CDTF">2026-06-20T09:06:29Z</dcterms:modified>
</cp:coreProperties>
</file>