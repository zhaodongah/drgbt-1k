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999075" cy="179990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69" userDrawn="1">
          <p15:clr>
            <a:srgbClr val="A4A3A4"/>
          </p15:clr>
        </p15:guide>
        <p15:guide id="2" pos="56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59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3234" y="-102"/>
      </p:cViewPr>
      <p:guideLst>
        <p:guide orient="horz" pos="5669"/>
        <p:guide pos="569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70191" y="2400085"/>
            <a:ext cx="14469847" cy="674669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181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70191" y="9345212"/>
            <a:ext cx="14469847" cy="386470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4725" spc="200"/>
            </a:lvl1pPr>
            <a:lvl2pPr marL="899795" indent="0" algn="ctr">
              <a:buNone/>
              <a:defRPr sz="3935"/>
            </a:lvl2pPr>
            <a:lvl3pPr marL="1800225" indent="0" algn="ctr">
              <a:buNone/>
              <a:defRPr sz="3545"/>
            </a:lvl3pPr>
            <a:lvl4pPr marL="2700020" indent="0" algn="ctr">
              <a:buNone/>
              <a:defRPr sz="3150"/>
            </a:lvl4pPr>
            <a:lvl5pPr marL="3599815" indent="0" algn="ctr">
              <a:buNone/>
              <a:defRPr sz="3150"/>
            </a:lvl5pPr>
            <a:lvl6pPr marL="4500245" indent="0" algn="ctr">
              <a:buNone/>
              <a:defRPr sz="3150"/>
            </a:lvl6pPr>
            <a:lvl7pPr marL="5400040" indent="0" algn="ctr">
              <a:buNone/>
              <a:defRPr sz="3150"/>
            </a:lvl7pPr>
            <a:lvl8pPr marL="6299835" indent="0" algn="ctr">
              <a:buNone/>
              <a:defRPr sz="3150"/>
            </a:lvl8pPr>
            <a:lvl9pPr marL="7200265" indent="0" algn="ctr">
              <a:buNone/>
              <a:defRPr sz="315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8385" y="1596907"/>
            <a:ext cx="16197510" cy="185203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98385" y="3911949"/>
            <a:ext cx="16197510" cy="1249178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939686" y="10101144"/>
            <a:ext cx="11471686" cy="201266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866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939686" y="12113813"/>
            <a:ext cx="11471686" cy="227724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5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89979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80022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3pPr>
            <a:lvl4pPr marL="27000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59981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4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04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29983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26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8385" y="1596907"/>
            <a:ext cx="16197510" cy="185203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98385" y="3940297"/>
            <a:ext cx="7644247" cy="1246343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467596" y="3940297"/>
            <a:ext cx="7644247" cy="1246343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8385" y="1596907"/>
            <a:ext cx="16197510" cy="185203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898385" y="3751314"/>
            <a:ext cx="7888778" cy="100161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93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99795" indent="0">
              <a:buNone/>
              <a:defRPr sz="3935" b="1"/>
            </a:lvl2pPr>
            <a:lvl3pPr marL="1800225" indent="0">
              <a:buNone/>
              <a:defRPr sz="3545" b="1"/>
            </a:lvl3pPr>
            <a:lvl4pPr marL="2700020" indent="0">
              <a:buNone/>
              <a:defRPr sz="3150" b="1"/>
            </a:lvl4pPr>
            <a:lvl5pPr marL="3599815" indent="0">
              <a:buNone/>
              <a:defRPr sz="3150" b="1"/>
            </a:lvl5pPr>
            <a:lvl6pPr marL="4500245" indent="0">
              <a:buNone/>
              <a:defRPr sz="3150" b="1"/>
            </a:lvl6pPr>
            <a:lvl7pPr marL="5400040" indent="0">
              <a:buNone/>
              <a:defRPr sz="3150" b="1"/>
            </a:lvl7pPr>
            <a:lvl8pPr marL="6299835" indent="0">
              <a:buNone/>
              <a:defRPr sz="3150" b="1"/>
            </a:lvl8pPr>
            <a:lvl9pPr marL="7200265" indent="0">
              <a:buNone/>
              <a:defRPr sz="315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898385" y="4866314"/>
            <a:ext cx="7888778" cy="1153741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9207930" y="3731704"/>
            <a:ext cx="7888778" cy="100161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93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99795" indent="0">
              <a:buNone/>
              <a:defRPr sz="3935" b="1"/>
            </a:lvl2pPr>
            <a:lvl3pPr marL="1800225" indent="0">
              <a:buNone/>
              <a:defRPr sz="3545" b="1"/>
            </a:lvl3pPr>
            <a:lvl4pPr marL="2700020" indent="0">
              <a:buNone/>
              <a:defRPr sz="3150" b="1"/>
            </a:lvl4pPr>
            <a:lvl5pPr marL="3599815" indent="0">
              <a:buNone/>
              <a:defRPr sz="3150" b="1"/>
            </a:lvl5pPr>
            <a:lvl6pPr marL="4500245" indent="0">
              <a:buNone/>
              <a:defRPr sz="3150" b="1"/>
            </a:lvl6pPr>
            <a:lvl7pPr marL="5400040" indent="0">
              <a:buNone/>
              <a:defRPr sz="3150" b="1"/>
            </a:lvl7pPr>
            <a:lvl8pPr marL="6299835" indent="0">
              <a:buNone/>
              <a:defRPr sz="3150" b="1"/>
            </a:lvl8pPr>
            <a:lvl9pPr marL="7200265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207930" y="4866314"/>
            <a:ext cx="7888778" cy="1153741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8385" y="1596907"/>
            <a:ext cx="16197510" cy="185203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898385" y="4082034"/>
            <a:ext cx="7727347" cy="1209491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15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9377226" y="4082034"/>
            <a:ext cx="7718669" cy="1209491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15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5113069" y="2400085"/>
            <a:ext cx="1541607" cy="1320046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551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350236" y="2400085"/>
            <a:ext cx="13539566" cy="13200466"/>
          </a:xfrm>
        </p:spPr>
        <p:txBody>
          <a:bodyPr vert="eaVert" lIns="46800" tIns="46800" rIns="46800" bIns="46800"/>
          <a:lstStyle>
            <a:lvl1pPr marL="450215" indent="-450215">
              <a:spcAft>
                <a:spcPts val="1000"/>
              </a:spcAft>
              <a:defRPr spc="300"/>
            </a:lvl1pPr>
            <a:lvl2pPr marL="1350010" indent="-450215">
              <a:defRPr spc="300"/>
            </a:lvl2pPr>
            <a:lvl3pPr marL="2249805" indent="-450215">
              <a:defRPr spc="300"/>
            </a:lvl3pPr>
            <a:lvl4pPr marL="3150235" indent="-450215">
              <a:defRPr spc="300"/>
            </a:lvl4pPr>
            <a:lvl5pPr marL="4050030" indent="-4502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898385" y="2031568"/>
            <a:ext cx="16202826" cy="1439105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70191" y="6519915"/>
            <a:ext cx="14469847" cy="267411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181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770191" y="9345212"/>
            <a:ext cx="14469847" cy="1237839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472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898385" y="1596907"/>
            <a:ext cx="16197510" cy="185203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898385" y="3911949"/>
            <a:ext cx="16197510" cy="124917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903701" y="16573813"/>
            <a:ext cx="3986916" cy="83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9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6077832" y="16573813"/>
            <a:ext cx="5847477" cy="83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9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3108980" y="16573813"/>
            <a:ext cx="3986916" cy="83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9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800225" rtl="0" eaLnBrk="1" fontAlgn="auto" latinLnBrk="0" hangingPunct="1">
        <a:lnSpc>
          <a:spcPct val="100000"/>
        </a:lnSpc>
        <a:spcBef>
          <a:spcPct val="0"/>
        </a:spcBef>
        <a:buNone/>
        <a:defRPr sz="708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450215" indent="-450215" algn="l" defTabSz="180022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35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350010" indent="-450215" algn="l" defTabSz="180022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3168650" algn="l"/>
          <a:tab pos="3168650" algn="l"/>
          <a:tab pos="3168650" algn="l"/>
          <a:tab pos="3168650" algn="l"/>
        </a:tabLst>
        <a:defRPr sz="31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249805" indent="-450215" algn="l" defTabSz="180022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31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150235" indent="-450215" algn="l" defTabSz="180022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7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4050030" indent="-450215" algn="l" defTabSz="180022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7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4949825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6pPr>
      <a:lvl7pPr marL="5850255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7pPr>
      <a:lvl8pPr marL="6750050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8pPr>
      <a:lvl9pPr marL="7649845" indent="-450215" algn="l" defTabSz="1800225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35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1pPr>
      <a:lvl2pPr marL="89979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3pPr>
      <a:lvl4pPr marL="2700020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4pPr>
      <a:lvl5pPr marL="359981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5pPr>
      <a:lvl6pPr marL="450024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6pPr>
      <a:lvl7pPr marL="5400040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7pPr>
      <a:lvl8pPr marL="629983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8pPr>
      <a:lvl9pPr marL="7200265" algn="l" defTabSz="1800225" rtl="0" eaLnBrk="1" latinLnBrk="0" hangingPunct="1">
        <a:defRPr sz="35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jpeg"/><Relationship Id="rId18" Type="http://schemas.openxmlformats.org/officeDocument/2006/relationships/image" Target="../media/image15.jpeg"/><Relationship Id="rId26" Type="http://schemas.openxmlformats.org/officeDocument/2006/relationships/image" Target="../media/image23.jpeg"/><Relationship Id="rId39" Type="http://schemas.openxmlformats.org/officeDocument/2006/relationships/image" Target="../media/image36.jpeg"/><Relationship Id="rId21" Type="http://schemas.openxmlformats.org/officeDocument/2006/relationships/image" Target="../media/image18.jpeg"/><Relationship Id="rId34" Type="http://schemas.openxmlformats.org/officeDocument/2006/relationships/image" Target="../media/image31.jpeg"/><Relationship Id="rId42" Type="http://schemas.openxmlformats.org/officeDocument/2006/relationships/image" Target="../media/image39.jpeg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3.jpeg"/><Relationship Id="rId20" Type="http://schemas.openxmlformats.org/officeDocument/2006/relationships/image" Target="../media/image17.jpeg"/><Relationship Id="rId29" Type="http://schemas.openxmlformats.org/officeDocument/2006/relationships/image" Target="../media/image26.jpeg"/><Relationship Id="rId41" Type="http://schemas.openxmlformats.org/officeDocument/2006/relationships/image" Target="../media/image38.jpeg"/><Relationship Id="rId1" Type="http://schemas.openxmlformats.org/officeDocument/2006/relationships/tags" Target="../tags/tag63.xml"/><Relationship Id="rId6" Type="http://schemas.openxmlformats.org/officeDocument/2006/relationships/image" Target="../media/image3.jpeg"/><Relationship Id="rId11" Type="http://schemas.openxmlformats.org/officeDocument/2006/relationships/image" Target="../media/image8.jpeg"/><Relationship Id="rId24" Type="http://schemas.openxmlformats.org/officeDocument/2006/relationships/image" Target="../media/image21.jpeg"/><Relationship Id="rId32" Type="http://schemas.openxmlformats.org/officeDocument/2006/relationships/image" Target="../media/image29.jpeg"/><Relationship Id="rId37" Type="http://schemas.openxmlformats.org/officeDocument/2006/relationships/image" Target="../media/image34.png"/><Relationship Id="rId40" Type="http://schemas.openxmlformats.org/officeDocument/2006/relationships/image" Target="../media/image37.jpeg"/><Relationship Id="rId5" Type="http://schemas.openxmlformats.org/officeDocument/2006/relationships/image" Target="../media/image2.jpeg"/><Relationship Id="rId15" Type="http://schemas.openxmlformats.org/officeDocument/2006/relationships/image" Target="../media/image12.jpeg"/><Relationship Id="rId23" Type="http://schemas.openxmlformats.org/officeDocument/2006/relationships/image" Target="../media/image20.jpeg"/><Relationship Id="rId28" Type="http://schemas.openxmlformats.org/officeDocument/2006/relationships/image" Target="../media/image25.jpeg"/><Relationship Id="rId36" Type="http://schemas.openxmlformats.org/officeDocument/2006/relationships/image" Target="../media/image33.jpeg"/><Relationship Id="rId10" Type="http://schemas.openxmlformats.org/officeDocument/2006/relationships/image" Target="../media/image7.jpeg"/><Relationship Id="rId19" Type="http://schemas.openxmlformats.org/officeDocument/2006/relationships/image" Target="../media/image16.jpeg"/><Relationship Id="rId31" Type="http://schemas.openxmlformats.org/officeDocument/2006/relationships/image" Target="../media/image28.jpeg"/><Relationship Id="rId44" Type="http://schemas.openxmlformats.org/officeDocument/2006/relationships/image" Target="../media/image41.jpeg"/><Relationship Id="rId4" Type="http://schemas.openxmlformats.org/officeDocument/2006/relationships/image" Target="../media/image1.png"/><Relationship Id="rId9" Type="http://schemas.openxmlformats.org/officeDocument/2006/relationships/image" Target="../media/image6.jpeg"/><Relationship Id="rId14" Type="http://schemas.openxmlformats.org/officeDocument/2006/relationships/image" Target="../media/image11.jpeg"/><Relationship Id="rId22" Type="http://schemas.openxmlformats.org/officeDocument/2006/relationships/image" Target="../media/image19.jpeg"/><Relationship Id="rId27" Type="http://schemas.openxmlformats.org/officeDocument/2006/relationships/image" Target="../media/image24.jpeg"/><Relationship Id="rId30" Type="http://schemas.openxmlformats.org/officeDocument/2006/relationships/image" Target="../media/image27.jpeg"/><Relationship Id="rId35" Type="http://schemas.openxmlformats.org/officeDocument/2006/relationships/image" Target="../media/image32.jpeg"/><Relationship Id="rId43" Type="http://schemas.openxmlformats.org/officeDocument/2006/relationships/image" Target="../media/image40.jpeg"/><Relationship Id="rId8" Type="http://schemas.openxmlformats.org/officeDocument/2006/relationships/image" Target="../media/image5.jpeg"/><Relationship Id="rId3" Type="http://schemas.openxmlformats.org/officeDocument/2006/relationships/notesSlide" Target="../notesSlides/notesSlide1.xml"/><Relationship Id="rId12" Type="http://schemas.openxmlformats.org/officeDocument/2006/relationships/image" Target="../media/image9.jpeg"/><Relationship Id="rId17" Type="http://schemas.openxmlformats.org/officeDocument/2006/relationships/image" Target="../media/image14.jpeg"/><Relationship Id="rId25" Type="http://schemas.openxmlformats.org/officeDocument/2006/relationships/image" Target="../media/image22.jpeg"/><Relationship Id="rId33" Type="http://schemas.openxmlformats.org/officeDocument/2006/relationships/image" Target="../media/image30.jpeg"/><Relationship Id="rId38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619D6AC2-77D5-C46D-1D3E-CB0246B97E39}"/>
              </a:ext>
            </a:extLst>
          </p:cNvPr>
          <p:cNvGrpSpPr/>
          <p:nvPr/>
        </p:nvGrpSpPr>
        <p:grpSpPr>
          <a:xfrm>
            <a:off x="332843" y="2611755"/>
            <a:ext cx="17840857" cy="12685415"/>
            <a:chOff x="332843" y="2611755"/>
            <a:chExt cx="17840857" cy="12685415"/>
          </a:xfrm>
        </p:grpSpPr>
        <p:pic>
          <p:nvPicPr>
            <p:cNvPr id="105" name="图片 104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2843" y="13225635"/>
              <a:ext cx="2499562" cy="1540800"/>
            </a:xfrm>
            <a:prstGeom prst="rect">
              <a:avLst/>
            </a:prstGeom>
          </p:spPr>
        </p:pic>
        <p:pic>
          <p:nvPicPr>
            <p:cNvPr id="106" name="图片 105" descr="2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9351010" y="11237595"/>
              <a:ext cx="2487600" cy="1540800"/>
            </a:xfrm>
            <a:prstGeom prst="rect">
              <a:avLst/>
            </a:prstGeom>
          </p:spPr>
        </p:pic>
        <p:pic>
          <p:nvPicPr>
            <p:cNvPr id="43" name="图片 42" descr="0019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9351010" y="4168775"/>
              <a:ext cx="2487600" cy="1540800"/>
            </a:xfrm>
            <a:prstGeom prst="rect">
              <a:avLst/>
            </a:prstGeom>
          </p:spPr>
        </p:pic>
        <p:pic>
          <p:nvPicPr>
            <p:cNvPr id="44" name="图片 43" descr="0020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337820" y="11260455"/>
              <a:ext cx="2487600" cy="1540800"/>
            </a:xfrm>
            <a:prstGeom prst="rect">
              <a:avLst/>
            </a:prstGeom>
          </p:spPr>
        </p:pic>
        <p:pic>
          <p:nvPicPr>
            <p:cNvPr id="47" name="图片 46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52530" y="7714615"/>
              <a:ext cx="2421113" cy="1540800"/>
            </a:xfrm>
            <a:prstGeom prst="rect">
              <a:avLst/>
            </a:prstGeom>
          </p:spPr>
        </p:pic>
        <p:pic>
          <p:nvPicPr>
            <p:cNvPr id="49" name="图片 48"/>
            <p:cNvPicPr/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9845" y="7714615"/>
              <a:ext cx="2480708" cy="1540800"/>
            </a:xfrm>
            <a:prstGeom prst="rect">
              <a:avLst/>
            </a:prstGeom>
          </p:spPr>
        </p:pic>
        <p:pic>
          <p:nvPicPr>
            <p:cNvPr id="50" name="图片 49" descr="0050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341630" y="7715250"/>
              <a:ext cx="2487600" cy="1540800"/>
            </a:xfrm>
            <a:prstGeom prst="rect">
              <a:avLst/>
            </a:prstGeom>
          </p:spPr>
        </p:pic>
        <p:pic>
          <p:nvPicPr>
            <p:cNvPr id="52" name="图片 51" descr="0051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3379470" y="7714615"/>
              <a:ext cx="2487600" cy="1540800"/>
            </a:xfrm>
            <a:prstGeom prst="rect">
              <a:avLst/>
            </a:prstGeom>
          </p:spPr>
        </p:pic>
        <p:pic>
          <p:nvPicPr>
            <p:cNvPr id="64" name="图片 63" descr="0072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12272010" y="7708900"/>
              <a:ext cx="2487600" cy="1540800"/>
            </a:xfrm>
            <a:prstGeom prst="rect">
              <a:avLst/>
            </a:prstGeom>
          </p:spPr>
        </p:pic>
        <p:pic>
          <p:nvPicPr>
            <p:cNvPr id="84" name="图片 83" descr="0073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15315565" y="7708265"/>
              <a:ext cx="2487600" cy="1540800"/>
            </a:xfrm>
            <a:prstGeom prst="rect">
              <a:avLst/>
            </a:prstGeom>
          </p:spPr>
        </p:pic>
        <p:pic>
          <p:nvPicPr>
            <p:cNvPr id="87" name="图片 86" descr="0081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15298420" y="4168775"/>
              <a:ext cx="2487600" cy="1540800"/>
            </a:xfrm>
            <a:prstGeom prst="rect">
              <a:avLst/>
            </a:prstGeom>
          </p:spPr>
        </p:pic>
        <p:pic>
          <p:nvPicPr>
            <p:cNvPr id="101" name="图片 100" descr="0082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12272010" y="4173220"/>
              <a:ext cx="2487600" cy="1540800"/>
            </a:xfrm>
            <a:prstGeom prst="rect">
              <a:avLst/>
            </a:prstGeom>
          </p:spPr>
        </p:pic>
        <p:pic>
          <p:nvPicPr>
            <p:cNvPr id="102" name="图片 101" descr="0095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6325870" y="13249275"/>
              <a:ext cx="2487600" cy="1540800"/>
            </a:xfrm>
            <a:prstGeom prst="rect">
              <a:avLst/>
            </a:prstGeom>
          </p:spPr>
        </p:pic>
        <p:pic>
          <p:nvPicPr>
            <p:cNvPr id="103" name="图片 102" descr="0096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9342120" y="13248005"/>
              <a:ext cx="2487600" cy="1540800"/>
            </a:xfrm>
            <a:prstGeom prst="rect">
              <a:avLst/>
            </a:prstGeom>
          </p:spPr>
        </p:pic>
        <p:pic>
          <p:nvPicPr>
            <p:cNvPr id="7" name="图片 6" descr="0011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350243" y="2615988"/>
              <a:ext cx="2487600" cy="1543940"/>
            </a:xfrm>
            <a:prstGeom prst="rect">
              <a:avLst/>
            </a:prstGeom>
          </p:spPr>
        </p:pic>
        <p:pic>
          <p:nvPicPr>
            <p:cNvPr id="8" name="图片 7" descr="0012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3393264" y="2611755"/>
              <a:ext cx="2486488" cy="1540854"/>
            </a:xfrm>
            <a:prstGeom prst="rect">
              <a:avLst/>
            </a:prstGeom>
          </p:spPr>
        </p:pic>
        <p:pic>
          <p:nvPicPr>
            <p:cNvPr id="9" name="图片 8" descr="E:/Desktop/aaaaa_Final/tir/0010.jpg0010"/>
            <p:cNvPicPr>
              <a:picLocks noChangeAspect="1"/>
            </p:cNvPicPr>
            <p:nvPr/>
          </p:nvPicPr>
          <p:blipFill>
            <a:blip r:embed="rId20"/>
            <a:srcRect l="36" r="36"/>
            <a:stretch>
              <a:fillRect/>
            </a:stretch>
          </p:blipFill>
          <p:spPr>
            <a:xfrm>
              <a:off x="353418" y="4173063"/>
              <a:ext cx="2486488" cy="1544150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397606" y="3684519"/>
              <a:ext cx="100757" cy="1007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387446" y="5230587"/>
              <a:ext cx="100757" cy="1007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189159" y="3469458"/>
              <a:ext cx="72003" cy="7200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pic>
          <p:nvPicPr>
            <p:cNvPr id="14" name="图片 13" descr="E:/Desktop/aaaaa_Final/tir/0012.jpg0012"/>
            <p:cNvPicPr/>
            <p:nvPr/>
          </p:nvPicPr>
          <p:blipFill>
            <a:blip r:embed="rId21"/>
            <a:srcRect b="9391"/>
            <a:stretch>
              <a:fillRect/>
            </a:stretch>
          </p:blipFill>
          <p:spPr>
            <a:xfrm>
              <a:off x="3393264" y="4159516"/>
              <a:ext cx="2486488" cy="1540141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4182385" y="5107813"/>
              <a:ext cx="72003" cy="7200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16252" y="5718472"/>
              <a:ext cx="4350327" cy="5528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Secene: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T-junction;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E-bike</a:t>
              </a:r>
            </a:p>
          </p:txBody>
        </p:sp>
        <p:pic>
          <p:nvPicPr>
            <p:cNvPr id="17" name="图片 16" descr="E:/Desktop/aaaaa_Final/tir/0018.jpg0018"/>
            <p:cNvPicPr/>
            <p:nvPr/>
          </p:nvPicPr>
          <p:blipFill>
            <a:blip r:embed="rId22"/>
            <a:srcRect t="17384"/>
            <a:stretch>
              <a:fillRect/>
            </a:stretch>
          </p:blipFill>
          <p:spPr>
            <a:xfrm>
              <a:off x="6335946" y="4161422"/>
              <a:ext cx="2486488" cy="1540854"/>
            </a:xfrm>
            <a:prstGeom prst="rect">
              <a:avLst/>
            </a:prstGeom>
          </p:spPr>
        </p:pic>
        <p:pic>
          <p:nvPicPr>
            <p:cNvPr id="19" name="图片 18" descr="0018"/>
            <p:cNvPicPr/>
            <p:nvPr/>
          </p:nvPicPr>
          <p:blipFill>
            <a:blip r:embed="rId23"/>
            <a:stretch>
              <a:fillRect/>
            </a:stretch>
          </p:blipFill>
          <p:spPr>
            <a:xfrm>
              <a:off x="6335945" y="2614507"/>
              <a:ext cx="2486488" cy="1540854"/>
            </a:xfrm>
            <a:prstGeom prst="rect">
              <a:avLst/>
            </a:prstGeom>
          </p:spPr>
        </p:pic>
        <p:pic>
          <p:nvPicPr>
            <p:cNvPr id="20" name="图片 19" descr="0019"/>
            <p:cNvPicPr/>
            <p:nvPr/>
          </p:nvPicPr>
          <p:blipFill>
            <a:blip r:embed="rId24"/>
            <a:stretch>
              <a:fillRect/>
            </a:stretch>
          </p:blipFill>
          <p:spPr>
            <a:xfrm>
              <a:off x="9351026" y="2625513"/>
              <a:ext cx="2486488" cy="1540854"/>
            </a:xfrm>
            <a:prstGeom prst="rect">
              <a:avLst/>
            </a:prstGeom>
          </p:spPr>
        </p:pic>
        <p:pic>
          <p:nvPicPr>
            <p:cNvPr id="21" name="图片 20" descr="0082"/>
            <p:cNvPicPr/>
            <p:nvPr/>
          </p:nvPicPr>
          <p:blipFill>
            <a:blip r:embed="rId25"/>
            <a:stretch>
              <a:fillRect/>
            </a:stretch>
          </p:blipFill>
          <p:spPr>
            <a:xfrm>
              <a:off x="12274022" y="2624667"/>
              <a:ext cx="2486488" cy="1540854"/>
            </a:xfrm>
            <a:prstGeom prst="rect">
              <a:avLst/>
            </a:prstGeom>
          </p:spPr>
        </p:pic>
        <p:pic>
          <p:nvPicPr>
            <p:cNvPr id="22" name="图片 21" descr="0081"/>
            <p:cNvPicPr/>
            <p:nvPr/>
          </p:nvPicPr>
          <p:blipFill>
            <a:blip r:embed="rId26"/>
            <a:stretch>
              <a:fillRect/>
            </a:stretch>
          </p:blipFill>
          <p:spPr>
            <a:xfrm>
              <a:off x="15299052" y="2627207"/>
              <a:ext cx="2486488" cy="1540854"/>
            </a:xfrm>
            <a:prstGeom prst="rect">
              <a:avLst/>
            </a:prstGeom>
          </p:spPr>
        </p:pic>
        <p:pic>
          <p:nvPicPr>
            <p:cNvPr id="2" name="图片 1" descr="0050"/>
            <p:cNvPicPr/>
            <p:nvPr/>
          </p:nvPicPr>
          <p:blipFill>
            <a:blip r:embed="rId27"/>
            <a:stretch>
              <a:fillRect/>
            </a:stretch>
          </p:blipFill>
          <p:spPr>
            <a:xfrm>
              <a:off x="337820" y="6165215"/>
              <a:ext cx="2487600" cy="1540800"/>
            </a:xfrm>
            <a:prstGeom prst="rect">
              <a:avLst/>
            </a:prstGeom>
          </p:spPr>
        </p:pic>
        <p:pic>
          <p:nvPicPr>
            <p:cNvPr id="3" name="图片 2" descr="0051"/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3376930" y="6165215"/>
              <a:ext cx="2487600" cy="1540800"/>
            </a:xfrm>
            <a:prstGeom prst="rect">
              <a:avLst/>
            </a:prstGeom>
          </p:spPr>
        </p:pic>
        <p:pic>
          <p:nvPicPr>
            <p:cNvPr id="27" name="图片 26"/>
            <p:cNvPicPr/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52530" y="6145695"/>
              <a:ext cx="2421113" cy="1540800"/>
            </a:xfrm>
            <a:prstGeom prst="rect">
              <a:avLst/>
            </a:prstGeom>
          </p:spPr>
        </p:pic>
        <p:pic>
          <p:nvPicPr>
            <p:cNvPr id="28" name="图片 27"/>
            <p:cNvPicPr/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62897" y="6138214"/>
              <a:ext cx="2501113" cy="1540800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7107073" y="5717848"/>
              <a:ext cx="468058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Highway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Car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3030200" y="5718174"/>
              <a:ext cx="496887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Road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Suitcase</a:t>
              </a:r>
            </a:p>
          </p:txBody>
        </p:sp>
        <p:pic>
          <p:nvPicPr>
            <p:cNvPr id="37" name="图片 36" descr="0072"/>
            <p:cNvPicPr preferRelativeResize="0"/>
            <p:nvPr/>
          </p:nvPicPr>
          <p:blipFill>
            <a:blip r:embed="rId31"/>
            <a:stretch>
              <a:fillRect/>
            </a:stretch>
          </p:blipFill>
          <p:spPr>
            <a:xfrm>
              <a:off x="12272010" y="6163310"/>
              <a:ext cx="2487600" cy="1540800"/>
            </a:xfrm>
            <a:prstGeom prst="rect">
              <a:avLst/>
            </a:prstGeom>
          </p:spPr>
        </p:pic>
        <p:pic>
          <p:nvPicPr>
            <p:cNvPr id="38" name="图片 37" descr="0073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5313660" y="6164580"/>
              <a:ext cx="2487600" cy="1540800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421552" y="9219930"/>
              <a:ext cx="5182870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School Entrance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Bike</a:t>
              </a:r>
            </a:p>
          </p:txBody>
        </p:sp>
        <p:pic>
          <p:nvPicPr>
            <p:cNvPr id="53" name="图片 52" descr="0020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337820" y="9704705"/>
              <a:ext cx="2487600" cy="1540800"/>
            </a:xfrm>
            <a:prstGeom prst="rect">
              <a:avLst/>
            </a:prstGeom>
          </p:spPr>
        </p:pic>
        <p:pic>
          <p:nvPicPr>
            <p:cNvPr id="54" name="图片 53" descr="0021"/>
            <p:cNvPicPr/>
            <p:nvPr/>
          </p:nvPicPr>
          <p:blipFill>
            <a:blip r:embed="rId34"/>
            <a:stretch>
              <a:fillRect/>
            </a:stretch>
          </p:blipFill>
          <p:spPr>
            <a:xfrm>
              <a:off x="3368040" y="10441305"/>
              <a:ext cx="2487600" cy="1540800"/>
            </a:xfrm>
            <a:prstGeom prst="rect">
              <a:avLst/>
            </a:prstGeom>
          </p:spPr>
        </p:pic>
        <p:pic>
          <p:nvPicPr>
            <p:cNvPr id="55" name="图片 54" descr="0013"/>
            <p:cNvPicPr/>
            <p:nvPr/>
          </p:nvPicPr>
          <p:blipFill>
            <a:blip r:embed="rId35"/>
            <a:stretch>
              <a:fillRect/>
            </a:stretch>
          </p:blipFill>
          <p:spPr>
            <a:xfrm>
              <a:off x="6320155" y="10441305"/>
              <a:ext cx="2487600" cy="1540800"/>
            </a:xfrm>
            <a:prstGeom prst="rect">
              <a:avLst/>
            </a:prstGeom>
          </p:spPr>
        </p:pic>
        <p:pic>
          <p:nvPicPr>
            <p:cNvPr id="56" name="图片 55" descr="0014"/>
            <p:cNvPicPr/>
            <p:nvPr/>
          </p:nvPicPr>
          <p:blipFill>
            <a:blip r:embed="rId36"/>
            <a:stretch>
              <a:fillRect/>
            </a:stretch>
          </p:blipFill>
          <p:spPr>
            <a:xfrm>
              <a:off x="9351010" y="9694545"/>
              <a:ext cx="2487600" cy="1540800"/>
            </a:xfrm>
            <a:prstGeom prst="rect">
              <a:avLst/>
            </a:prstGeom>
          </p:spPr>
        </p:pic>
        <p:sp>
          <p:nvSpPr>
            <p:cNvPr id="59" name="文本框 58"/>
            <p:cNvSpPr txBox="1"/>
            <p:nvPr/>
          </p:nvSpPr>
          <p:spPr>
            <a:xfrm>
              <a:off x="1277588" y="9274287"/>
              <a:ext cx="4350327" cy="5528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Hall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Umbrella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315597" y="9227472"/>
              <a:ext cx="5739713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Basketball Court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Basketball</a:t>
              </a: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2840355" y="4209415"/>
              <a:ext cx="528955" cy="388620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886710" y="3682365"/>
              <a:ext cx="380365" cy="385445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7"/>
            <a:srcRect l="3121"/>
            <a:stretch>
              <a:fillRect/>
            </a:stretch>
          </p:blipFill>
          <p:spPr>
            <a:xfrm>
              <a:off x="8834120" y="4231640"/>
              <a:ext cx="512445" cy="388620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8863965" y="3704590"/>
              <a:ext cx="380365" cy="385445"/>
            </a:xfrm>
            <a:prstGeom prst="rect">
              <a:avLst/>
            </a:prstGeom>
          </p:spPr>
        </p:pic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4759305" y="4231640"/>
              <a:ext cx="528955" cy="388620"/>
            </a:xfrm>
            <a:prstGeom prst="rect">
              <a:avLst/>
            </a:prstGeom>
          </p:spPr>
        </p:pic>
        <p:pic>
          <p:nvPicPr>
            <p:cNvPr id="67" name="图片 66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4805660" y="3704590"/>
              <a:ext cx="380365" cy="385445"/>
            </a:xfrm>
            <a:prstGeom prst="rect">
              <a:avLst/>
            </a:prstGeom>
          </p:spPr>
        </p:pic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37"/>
            <a:srcRect l="4322"/>
            <a:stretch>
              <a:fillRect/>
            </a:stretch>
          </p:blipFill>
          <p:spPr>
            <a:xfrm>
              <a:off x="2840355" y="7776210"/>
              <a:ext cx="506095" cy="388620"/>
            </a:xfrm>
            <a:prstGeom prst="rect">
              <a:avLst/>
            </a:prstGeom>
          </p:spPr>
        </p:pic>
        <p:pic>
          <p:nvPicPr>
            <p:cNvPr id="70" name="图片 69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863850" y="7249160"/>
              <a:ext cx="380365" cy="385445"/>
            </a:xfrm>
            <a:prstGeom prst="rect">
              <a:avLst/>
            </a:prstGeom>
          </p:spPr>
        </p:pic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4770735" y="7766050"/>
              <a:ext cx="528955" cy="388620"/>
            </a:xfrm>
            <a:prstGeom prst="rect">
              <a:avLst/>
            </a:prstGeom>
          </p:spPr>
        </p:pic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4822805" y="7239000"/>
              <a:ext cx="380365" cy="385445"/>
            </a:xfrm>
            <a:prstGeom prst="rect">
              <a:avLst/>
            </a:prstGeom>
          </p:spPr>
        </p:pic>
        <p:pic>
          <p:nvPicPr>
            <p:cNvPr id="75" name="图片 74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2830195" y="10815955"/>
              <a:ext cx="528955" cy="388620"/>
            </a:xfrm>
            <a:prstGeom prst="rect">
              <a:avLst/>
            </a:prstGeom>
          </p:spPr>
        </p:pic>
        <p:pic>
          <p:nvPicPr>
            <p:cNvPr id="76" name="图片 7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886710" y="11311255"/>
              <a:ext cx="380365" cy="385445"/>
            </a:xfrm>
            <a:prstGeom prst="rect">
              <a:avLst/>
            </a:prstGeom>
          </p:spPr>
        </p:pic>
        <p:pic>
          <p:nvPicPr>
            <p:cNvPr id="78" name="图片 77"/>
            <p:cNvPicPr>
              <a:picLocks noChangeAspect="1"/>
            </p:cNvPicPr>
            <p:nvPr/>
          </p:nvPicPr>
          <p:blipFill>
            <a:blip r:embed="rId37"/>
            <a:srcRect l="2641" b="-17647"/>
            <a:stretch>
              <a:fillRect/>
            </a:stretch>
          </p:blipFill>
          <p:spPr>
            <a:xfrm>
              <a:off x="8834120" y="10793095"/>
              <a:ext cx="514985" cy="457200"/>
            </a:xfrm>
            <a:prstGeom prst="rect">
              <a:avLst/>
            </a:prstGeom>
          </p:spPr>
        </p:pic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8876665" y="11288395"/>
              <a:ext cx="380365" cy="385445"/>
            </a:xfrm>
            <a:prstGeom prst="rect">
              <a:avLst/>
            </a:prstGeom>
          </p:spPr>
        </p:pic>
        <p:pic>
          <p:nvPicPr>
            <p:cNvPr id="81" name="图片 80" descr="0004"/>
            <p:cNvPicPr/>
            <p:nvPr/>
          </p:nvPicPr>
          <p:blipFill>
            <a:blip r:embed="rId39"/>
            <a:stretch>
              <a:fillRect/>
            </a:stretch>
          </p:blipFill>
          <p:spPr>
            <a:xfrm>
              <a:off x="12272010" y="10441305"/>
              <a:ext cx="2487600" cy="1540800"/>
            </a:xfrm>
            <a:prstGeom prst="rect">
              <a:avLst/>
            </a:prstGeom>
          </p:spPr>
        </p:pic>
        <p:pic>
          <p:nvPicPr>
            <p:cNvPr id="82" name="图片 81" descr="0003"/>
            <p:cNvPicPr/>
            <p:nvPr/>
          </p:nvPicPr>
          <p:blipFill>
            <a:blip r:embed="rId40"/>
            <a:stretch>
              <a:fillRect/>
            </a:stretch>
          </p:blipFill>
          <p:spPr>
            <a:xfrm>
              <a:off x="15325725" y="9686290"/>
              <a:ext cx="2487600" cy="1540800"/>
            </a:xfrm>
            <a:prstGeom prst="rect">
              <a:avLst/>
            </a:prstGeom>
          </p:spPr>
        </p:pic>
        <p:pic>
          <p:nvPicPr>
            <p:cNvPr id="85" name="图片 84"/>
            <p:cNvPicPr/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80186" y="13239605"/>
              <a:ext cx="2465929" cy="1540800"/>
            </a:xfrm>
            <a:prstGeom prst="rect">
              <a:avLst/>
            </a:prstGeom>
          </p:spPr>
        </p:pic>
        <p:pic>
          <p:nvPicPr>
            <p:cNvPr id="89" name="图片 88" descr="0015"/>
            <p:cNvPicPr/>
            <p:nvPr/>
          </p:nvPicPr>
          <p:blipFill>
            <a:blip r:embed="rId42"/>
            <a:stretch>
              <a:fillRect/>
            </a:stretch>
          </p:blipFill>
          <p:spPr>
            <a:xfrm>
              <a:off x="12273915" y="13245465"/>
              <a:ext cx="2487600" cy="1540800"/>
            </a:xfrm>
            <a:prstGeom prst="rect">
              <a:avLst/>
            </a:prstGeom>
          </p:spPr>
        </p:pic>
        <p:pic>
          <p:nvPicPr>
            <p:cNvPr id="90" name="图片 89" descr="0015"/>
            <p:cNvPicPr/>
            <p:nvPr/>
          </p:nvPicPr>
          <p:blipFill>
            <a:blip r:embed="rId43"/>
            <a:stretch>
              <a:fillRect/>
            </a:stretch>
          </p:blipFill>
          <p:spPr>
            <a:xfrm>
              <a:off x="15325725" y="13249275"/>
              <a:ext cx="2487600" cy="1540800"/>
            </a:xfrm>
            <a:prstGeom prst="rect">
              <a:avLst/>
            </a:prstGeom>
          </p:spPr>
        </p:pic>
        <p:sp>
          <p:nvSpPr>
            <p:cNvPr id="91" name="文本框 90"/>
            <p:cNvSpPr txBox="1"/>
            <p:nvPr/>
          </p:nvSpPr>
          <p:spPr>
            <a:xfrm>
              <a:off x="1277620" y="12800965"/>
              <a:ext cx="388429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Sky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UAV</a:t>
              </a: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7397750" y="12800965"/>
              <a:ext cx="4005580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Street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Class: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Hat</a:t>
              </a: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12705715" y="12799060"/>
              <a:ext cx="4688840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Playground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Person</a:t>
              </a: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690244" y="14835505"/>
              <a:ext cx="505904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Crossroads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E-bike</a:t>
              </a:r>
            </a:p>
          </p:txBody>
        </p:sp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37"/>
            <a:srcRect l="3121" r="3601"/>
            <a:stretch>
              <a:fillRect/>
            </a:stretch>
          </p:blipFill>
          <p:spPr>
            <a:xfrm>
              <a:off x="2839085" y="14080490"/>
              <a:ext cx="493395" cy="388620"/>
            </a:xfrm>
            <a:prstGeom prst="rect">
              <a:avLst/>
            </a:prstGeom>
          </p:spPr>
        </p:pic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874010" y="13553440"/>
              <a:ext cx="380365" cy="385445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8820150" y="14060170"/>
              <a:ext cx="528955" cy="388620"/>
            </a:xfrm>
            <a:prstGeom prst="rect">
              <a:avLst/>
            </a:prstGeom>
          </p:spPr>
        </p:pic>
        <p:pic>
          <p:nvPicPr>
            <p:cNvPr id="100" name="图片 99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8866505" y="13533120"/>
              <a:ext cx="380365" cy="385445"/>
            </a:xfrm>
            <a:prstGeom prst="rect">
              <a:avLst/>
            </a:prstGeom>
          </p:spPr>
        </p:pic>
        <p:pic>
          <p:nvPicPr>
            <p:cNvPr id="108" name="图片 107"/>
            <p:cNvPicPr>
              <a:picLocks noChangeAspect="1"/>
            </p:cNvPicPr>
            <p:nvPr/>
          </p:nvPicPr>
          <p:blipFill>
            <a:blip r:embed="rId37"/>
            <a:srcRect l="2641" b="-17647"/>
            <a:stretch>
              <a:fillRect/>
            </a:stretch>
          </p:blipFill>
          <p:spPr>
            <a:xfrm>
              <a:off x="14792325" y="13538835"/>
              <a:ext cx="514985" cy="457200"/>
            </a:xfrm>
            <a:prstGeom prst="rect">
              <a:avLst/>
            </a:prstGeom>
          </p:spPr>
        </p:pic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4834870" y="14045565"/>
              <a:ext cx="380365" cy="385445"/>
            </a:xfrm>
            <a:prstGeom prst="rect">
              <a:avLst/>
            </a:prstGeom>
          </p:spPr>
        </p:pic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4788515" y="11276330"/>
              <a:ext cx="528955" cy="388620"/>
            </a:xfrm>
            <a:prstGeom prst="rect">
              <a:avLst/>
            </a:prstGeom>
          </p:spPr>
        </p:pic>
        <p:pic>
          <p:nvPicPr>
            <p:cNvPr id="112" name="图片 111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4834870" y="10749280"/>
              <a:ext cx="380365" cy="385445"/>
            </a:xfrm>
            <a:prstGeom prst="rect">
              <a:avLst/>
            </a:prstGeom>
          </p:spPr>
        </p:pic>
        <p:cxnSp>
          <p:nvCxnSpPr>
            <p:cNvPr id="113" name="直接箭头连接符 112"/>
            <p:cNvCxnSpPr/>
            <p:nvPr/>
          </p:nvCxnSpPr>
          <p:spPr>
            <a:xfrm flipV="1">
              <a:off x="8822713" y="7711706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14" name="图片 113"/>
            <p:cNvPicPr>
              <a:picLocks noChangeAspect="1"/>
            </p:cNvPicPr>
            <p:nvPr/>
          </p:nvPicPr>
          <p:blipFill>
            <a:blip r:embed="rId37"/>
            <a:srcRect l="2641" b="1144"/>
            <a:stretch>
              <a:fillRect/>
            </a:stretch>
          </p:blipFill>
          <p:spPr>
            <a:xfrm>
              <a:off x="8833802" y="7743190"/>
              <a:ext cx="514985" cy="384175"/>
            </a:xfrm>
            <a:prstGeom prst="rect">
              <a:avLst/>
            </a:prstGeom>
          </p:spPr>
        </p:pic>
        <p:pic>
          <p:nvPicPr>
            <p:cNvPr id="115" name="图片 114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8849995" y="7283631"/>
              <a:ext cx="380365" cy="385445"/>
            </a:xfrm>
            <a:prstGeom prst="rect">
              <a:avLst/>
            </a:prstGeom>
          </p:spPr>
        </p:pic>
        <p:sp>
          <p:nvSpPr>
            <p:cNvPr id="116" name="文本框 115"/>
            <p:cNvSpPr txBox="1"/>
            <p:nvPr/>
          </p:nvSpPr>
          <p:spPr>
            <a:xfrm>
              <a:off x="7212965" y="14835505"/>
              <a:ext cx="505904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Park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Tricycle</a:t>
              </a: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12416155" y="14835505"/>
              <a:ext cx="575754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Secen: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Open Ground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; Class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：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Handbag</a:t>
              </a:r>
            </a:p>
          </p:txBody>
        </p:sp>
        <p:sp>
          <p:nvSpPr>
            <p:cNvPr id="118" name="矩形 117"/>
            <p:cNvSpPr/>
            <p:nvPr/>
          </p:nvSpPr>
          <p:spPr>
            <a:xfrm>
              <a:off x="7087235" y="3583305"/>
              <a:ext cx="774700" cy="381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7087235" y="5056505"/>
              <a:ext cx="774700" cy="381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10529570" y="3010535"/>
              <a:ext cx="178435" cy="167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10524490" y="4565015"/>
              <a:ext cx="178435" cy="167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13547090" y="3168650"/>
              <a:ext cx="255905" cy="3105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13569950" y="4700905"/>
              <a:ext cx="255905" cy="3105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矩形 124"/>
            <p:cNvSpPr/>
            <p:nvPr/>
          </p:nvSpPr>
          <p:spPr>
            <a:xfrm>
              <a:off x="16266160" y="3168650"/>
              <a:ext cx="76200" cy="965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16273780" y="4750435"/>
              <a:ext cx="76200" cy="965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13526770" y="7081520"/>
              <a:ext cx="335280" cy="2184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13526770" y="8666480"/>
              <a:ext cx="335280" cy="2184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/>
            <p:cNvSpPr/>
            <p:nvPr/>
          </p:nvSpPr>
          <p:spPr>
            <a:xfrm>
              <a:off x="15825470" y="6922135"/>
              <a:ext cx="200660" cy="1289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/>
            <p:cNvSpPr/>
            <p:nvPr/>
          </p:nvSpPr>
          <p:spPr>
            <a:xfrm>
              <a:off x="15807690" y="8481695"/>
              <a:ext cx="200660" cy="1289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矩形 130"/>
            <p:cNvSpPr/>
            <p:nvPr/>
          </p:nvSpPr>
          <p:spPr>
            <a:xfrm>
              <a:off x="7508392" y="7150463"/>
              <a:ext cx="102235" cy="114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 131"/>
            <p:cNvSpPr/>
            <p:nvPr/>
          </p:nvSpPr>
          <p:spPr>
            <a:xfrm>
              <a:off x="7528071" y="8714612"/>
              <a:ext cx="102235" cy="114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 132"/>
            <p:cNvSpPr/>
            <p:nvPr/>
          </p:nvSpPr>
          <p:spPr>
            <a:xfrm>
              <a:off x="11214735" y="6937520"/>
              <a:ext cx="77153" cy="776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矩形 134"/>
            <p:cNvSpPr/>
            <p:nvPr/>
          </p:nvSpPr>
          <p:spPr>
            <a:xfrm>
              <a:off x="9700895" y="10063480"/>
              <a:ext cx="213360" cy="2082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 135"/>
            <p:cNvSpPr/>
            <p:nvPr/>
          </p:nvSpPr>
          <p:spPr>
            <a:xfrm>
              <a:off x="9695815" y="11617960"/>
              <a:ext cx="213360" cy="2082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 136"/>
            <p:cNvSpPr/>
            <p:nvPr/>
          </p:nvSpPr>
          <p:spPr>
            <a:xfrm>
              <a:off x="7629525" y="11296650"/>
              <a:ext cx="54000" cy="54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 137"/>
            <p:cNvSpPr/>
            <p:nvPr/>
          </p:nvSpPr>
          <p:spPr>
            <a:xfrm>
              <a:off x="1686560" y="7163435"/>
              <a:ext cx="17272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矩形 138"/>
            <p:cNvSpPr/>
            <p:nvPr/>
          </p:nvSpPr>
          <p:spPr>
            <a:xfrm>
              <a:off x="1686560" y="8724900"/>
              <a:ext cx="17272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 139"/>
            <p:cNvSpPr/>
            <p:nvPr/>
          </p:nvSpPr>
          <p:spPr>
            <a:xfrm>
              <a:off x="4867275" y="6502400"/>
              <a:ext cx="54000" cy="54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矩形 140"/>
            <p:cNvSpPr/>
            <p:nvPr/>
          </p:nvSpPr>
          <p:spPr>
            <a:xfrm>
              <a:off x="4869180" y="8054340"/>
              <a:ext cx="54000" cy="54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矩形 141"/>
            <p:cNvSpPr/>
            <p:nvPr/>
          </p:nvSpPr>
          <p:spPr>
            <a:xfrm>
              <a:off x="13501370" y="11445875"/>
              <a:ext cx="187960" cy="2438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矩形 142"/>
            <p:cNvSpPr/>
            <p:nvPr/>
          </p:nvSpPr>
          <p:spPr>
            <a:xfrm>
              <a:off x="17270730" y="10559415"/>
              <a:ext cx="109220" cy="132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矩形 144"/>
            <p:cNvSpPr/>
            <p:nvPr/>
          </p:nvSpPr>
          <p:spPr>
            <a:xfrm>
              <a:off x="7003415" y="13942695"/>
              <a:ext cx="934720" cy="4267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 145"/>
            <p:cNvSpPr/>
            <p:nvPr/>
          </p:nvSpPr>
          <p:spPr>
            <a:xfrm>
              <a:off x="9817735" y="14150975"/>
              <a:ext cx="294640" cy="147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矩形 146"/>
            <p:cNvSpPr/>
            <p:nvPr/>
          </p:nvSpPr>
          <p:spPr>
            <a:xfrm>
              <a:off x="16550005" y="13949680"/>
              <a:ext cx="91440" cy="1219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 147"/>
            <p:cNvSpPr/>
            <p:nvPr/>
          </p:nvSpPr>
          <p:spPr>
            <a:xfrm>
              <a:off x="13272770" y="13657580"/>
              <a:ext cx="36000" cy="36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 148"/>
            <p:cNvSpPr/>
            <p:nvPr/>
          </p:nvSpPr>
          <p:spPr>
            <a:xfrm>
              <a:off x="1663700" y="10120630"/>
              <a:ext cx="121920" cy="12763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 149"/>
            <p:cNvSpPr/>
            <p:nvPr/>
          </p:nvSpPr>
          <p:spPr>
            <a:xfrm>
              <a:off x="1663700" y="11689715"/>
              <a:ext cx="121920" cy="12763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 150"/>
            <p:cNvSpPr/>
            <p:nvPr/>
          </p:nvSpPr>
          <p:spPr>
            <a:xfrm>
              <a:off x="3577590" y="11199495"/>
              <a:ext cx="140335" cy="1098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/>
            <p:cNvSpPr/>
            <p:nvPr/>
          </p:nvSpPr>
          <p:spPr>
            <a:xfrm>
              <a:off x="1370961" y="14266200"/>
              <a:ext cx="117242" cy="1314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/>
            <p:cNvSpPr/>
            <p:nvPr/>
          </p:nvSpPr>
          <p:spPr>
            <a:xfrm>
              <a:off x="4909032" y="13938967"/>
              <a:ext cx="113818" cy="1675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4" name="图片 103" descr="2222"/>
            <p:cNvPicPr/>
            <p:nvPr/>
          </p:nvPicPr>
          <p:blipFill>
            <a:blip r:embed="rId44"/>
            <a:stretch>
              <a:fillRect/>
            </a:stretch>
          </p:blipFill>
          <p:spPr>
            <a:xfrm>
              <a:off x="15325725" y="11229340"/>
              <a:ext cx="2487600" cy="1540800"/>
            </a:xfrm>
            <a:prstGeom prst="rect">
              <a:avLst/>
            </a:prstGeom>
          </p:spPr>
        </p:pic>
        <p:sp>
          <p:nvSpPr>
            <p:cNvPr id="144" name="矩形 143"/>
            <p:cNvSpPr/>
            <p:nvPr/>
          </p:nvSpPr>
          <p:spPr>
            <a:xfrm>
              <a:off x="17270730" y="12111355"/>
              <a:ext cx="109220" cy="132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8824618" y="4173486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 flipV="1">
              <a:off x="14768853" y="7713611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 flipV="1">
              <a:off x="14770758" y="4175391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V="1">
              <a:off x="2841648" y="7702181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2863873" y="4162691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V="1">
              <a:off x="8813188" y="11231511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14776473" y="11233416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V="1">
              <a:off x="2844823" y="11235956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V="1">
              <a:off x="8807473" y="14000746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14770758" y="14002651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V="1">
              <a:off x="2846728" y="13989951"/>
              <a:ext cx="512445" cy="6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8CAF2BC-A5FE-C3F9-8EF3-D9BECE414468}"/>
                </a:ext>
              </a:extLst>
            </p:cNvPr>
            <p:cNvSpPr/>
            <p:nvPr/>
          </p:nvSpPr>
          <p:spPr>
            <a:xfrm>
              <a:off x="11200447" y="8497874"/>
              <a:ext cx="77153" cy="776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87</Words>
  <Application>Microsoft Office PowerPoint</Application>
  <PresentationFormat>自定义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dzd</dc:creator>
  <cp:lastModifiedBy>兆栋 丁</cp:lastModifiedBy>
  <cp:revision>181</cp:revision>
  <dcterms:created xsi:type="dcterms:W3CDTF">2019-06-19T02:08:00Z</dcterms:created>
  <dcterms:modified xsi:type="dcterms:W3CDTF">2026-06-15T03:08:21Z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A918BABA2F7A42808B90A96F19B490BA_11</vt:lpwstr>
  </property>
</Properties>
</file>